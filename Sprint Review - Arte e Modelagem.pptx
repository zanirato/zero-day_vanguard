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ITC Avant Garde Gothic" charset="1" panose="020B0502020202020204"/>
      <p:regular r:id="rId42"/>
    </p:embeddedFont>
    <p:embeddedFont>
      <p:font typeface="Canva Sans" charset="1" panose="020B0503030501040103"/>
      <p:regular r:id="rId43"/>
    </p:embeddedFont>
    <p:embeddedFont>
      <p:font typeface="Open Sans" charset="1" panose="020B0606030504020204"/>
      <p:regular r:id="rId44"/>
    </p:embeddedFont>
    <p:embeddedFont>
      <p:font typeface="Barlow SemiCondensed Semi-Bold" charset="1" panose="00000706000000000000"/>
      <p:regular r:id="rId45"/>
    </p:embeddedFont>
    <p:embeddedFont>
      <p:font typeface="Mokoto Glitch 1" charset="1" panose="00000000000000000000"/>
      <p:regular r:id="rId46"/>
    </p:embeddedFont>
    <p:embeddedFont>
      <p:font typeface="Mokoto Glitch 2" charset="1" panose="00000000000000000000"/>
      <p:regular r:id="rId47"/>
    </p:embeddedFont>
    <p:embeddedFont>
      <p:font typeface="ITC Avant Garde Gothic Bold" charset="1" panose="020B0802020202020204"/>
      <p:regular r:id="rId48"/>
    </p:embeddedFont>
    <p:embeddedFont>
      <p:font typeface="Open Sans Bold" charset="1" panose="020B0806030504020204"/>
      <p:regular r:id="rId49"/>
    </p:embeddedFont>
    <p:embeddedFont>
      <p:font typeface="RQND Pro Wide" charset="1" panose="00000500000000000000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29.pn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pn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png" Type="http://schemas.openxmlformats.org/officeDocument/2006/relationships/image"/><Relationship Id="rId12" Target="../media/image50.png" Type="http://schemas.openxmlformats.org/officeDocument/2006/relationships/image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47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47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47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pn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pn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69.png" Type="http://schemas.openxmlformats.org/officeDocument/2006/relationships/image"/><Relationship Id="rId5" Target="../media/image7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6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71.png" Type="http://schemas.openxmlformats.org/officeDocument/2006/relationships/image"/><Relationship Id="rId7" Target="../media/image7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sv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11" Target="../media/image84.svg" Type="http://schemas.openxmlformats.org/officeDocument/2006/relationships/image"/><Relationship Id="rId12" Target="../media/image85.png" Type="http://schemas.openxmlformats.org/officeDocument/2006/relationships/image"/><Relationship Id="rId13" Target="../media/image86.svg" Type="http://schemas.openxmlformats.org/officeDocument/2006/relationships/image"/><Relationship Id="rId2" Target="../media/image77.png" Type="http://schemas.openxmlformats.org/officeDocument/2006/relationships/image"/><Relationship Id="rId3" Target="../media/image78.png" Type="http://schemas.openxmlformats.org/officeDocument/2006/relationships/image"/><Relationship Id="rId4" Target="../media/image79.pn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80.png" Type="http://schemas.openxmlformats.org/officeDocument/2006/relationships/image"/><Relationship Id="rId8" Target="../media/image81.png" Type="http://schemas.openxmlformats.org/officeDocument/2006/relationships/image"/><Relationship Id="rId9" Target="../media/image8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svg" Type="http://schemas.openxmlformats.org/officeDocument/2006/relationships/image"/><Relationship Id="rId11" Target="../media/image94.png" Type="http://schemas.openxmlformats.org/officeDocument/2006/relationships/image"/><Relationship Id="rId12" Target="../media/image95.svg" Type="http://schemas.openxmlformats.org/officeDocument/2006/relationships/image"/><Relationship Id="rId13" Target="../media/image96.png" Type="http://schemas.openxmlformats.org/officeDocument/2006/relationships/image"/><Relationship Id="rId14" Target="../media/image97.png" Type="http://schemas.openxmlformats.org/officeDocument/2006/relationships/image"/><Relationship Id="rId15" Target="../media/image98.png" Type="http://schemas.openxmlformats.org/officeDocument/2006/relationships/image"/><Relationship Id="rId16" Target="../media/image99.svg" Type="http://schemas.openxmlformats.org/officeDocument/2006/relationships/image"/><Relationship Id="rId17" Target="../media/image100.png" Type="http://schemas.openxmlformats.org/officeDocument/2006/relationships/image"/><Relationship Id="rId18" Target="../media/image101.svg" Type="http://schemas.openxmlformats.org/officeDocument/2006/relationships/image"/><Relationship Id="rId19" Target="../media/image102.png" Type="http://schemas.openxmlformats.org/officeDocument/2006/relationships/imag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87.png" Type="http://schemas.openxmlformats.org/officeDocument/2006/relationships/image"/><Relationship Id="rId5" Target="../media/image88.svg" Type="http://schemas.openxmlformats.org/officeDocument/2006/relationships/image"/><Relationship Id="rId6" Target="../media/image89.png" Type="http://schemas.openxmlformats.org/officeDocument/2006/relationships/image"/><Relationship Id="rId7" Target="../media/image90.png" Type="http://schemas.openxmlformats.org/officeDocument/2006/relationships/image"/><Relationship Id="rId8" Target="../media/image91.png" Type="http://schemas.openxmlformats.org/officeDocument/2006/relationships/image"/><Relationship Id="rId9" Target="../media/image9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X_TTFOac.mp4" Type="http://schemas.openxmlformats.org/officeDocument/2006/relationships/video"/><Relationship Id="rId11" Target="../media/VAHX_TTFOac.mp4" Type="http://schemas.microsoft.com/office/2007/relationships/media"/><Relationship Id="rId2" Target="../media/image103.jpeg" Type="http://schemas.openxmlformats.org/officeDocument/2006/relationships/image"/><Relationship Id="rId3" Target="../media/VAHX_Up4nJk.mp4" Type="http://schemas.openxmlformats.org/officeDocument/2006/relationships/video"/><Relationship Id="rId4" Target="../media/VAHX_Up4nJk.mp4" Type="http://schemas.microsoft.com/office/2007/relationships/media"/><Relationship Id="rId5" Target="../media/image104.png" Type="http://schemas.openxmlformats.org/officeDocument/2006/relationships/image"/><Relationship Id="rId6" Target="../media/image105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106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https://drive.google.com/drive/folders/1Z3Ks47Cwj8ceT5AkeWtwCXIrls-FQCPB?usp=drive_link" TargetMode="External" Type="http://schemas.openxmlformats.org/officeDocument/2006/relationships/hyperlink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9.png" Type="http://schemas.openxmlformats.org/officeDocument/2006/relationships/image"/><Relationship Id="rId11" Target="../media/image110.jpeg" Type="http://schemas.openxmlformats.org/officeDocument/2006/relationships/image"/><Relationship Id="rId12" Target="../media/VAHX_GUOD8s.mp4" Type="http://schemas.openxmlformats.org/officeDocument/2006/relationships/video"/><Relationship Id="rId13" Target="../media/VAHX_GUOD8s.mp4" Type="http://schemas.microsoft.com/office/2007/relationships/media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107.png" Type="http://schemas.openxmlformats.org/officeDocument/2006/relationships/image"/><Relationship Id="rId9" Target="../media/image108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1.png" Type="http://schemas.openxmlformats.org/officeDocument/2006/relationships/image"/><Relationship Id="rId3" Target="../media/image112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13.png" Type="http://schemas.openxmlformats.org/officeDocument/2006/relationships/image"/><Relationship Id="rId5" Target="../media/image114.svg" Type="http://schemas.openxmlformats.org/officeDocument/2006/relationships/image"/><Relationship Id="rId6" Target="../media/image115.png" Type="http://schemas.openxmlformats.org/officeDocument/2006/relationships/image"/><Relationship Id="rId7" Target="../media/image116.svg" Type="http://schemas.openxmlformats.org/officeDocument/2006/relationships/image"/><Relationship Id="rId8" Target="../media/image111.png" Type="http://schemas.openxmlformats.org/officeDocument/2006/relationships/image"/><Relationship Id="rId9" Target="../media/image112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7.png" Type="http://schemas.openxmlformats.org/officeDocument/2006/relationships/image"/><Relationship Id="rId3" Target="../media/image118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3.png" Type="http://schemas.openxmlformats.org/officeDocument/2006/relationships/image"/><Relationship Id="rId11" Target="../media/image124.svg" Type="http://schemas.openxmlformats.org/officeDocument/2006/relationships/image"/><Relationship Id="rId2" Target="../media/image113.png" Type="http://schemas.openxmlformats.org/officeDocument/2006/relationships/image"/><Relationship Id="rId3" Target="../media/image114.svg" Type="http://schemas.openxmlformats.org/officeDocument/2006/relationships/image"/><Relationship Id="rId4" Target="../media/image119.png" Type="http://schemas.openxmlformats.org/officeDocument/2006/relationships/image"/><Relationship Id="rId5" Target="../media/image120.svg" Type="http://schemas.openxmlformats.org/officeDocument/2006/relationships/image"/><Relationship Id="rId6" Target="../media/image121.png" Type="http://schemas.openxmlformats.org/officeDocument/2006/relationships/image"/><Relationship Id="rId7" Target="../media/image122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5.png" Type="http://schemas.openxmlformats.org/officeDocument/2006/relationships/image"/><Relationship Id="rId3" Target="../media/image115.png" Type="http://schemas.openxmlformats.org/officeDocument/2006/relationships/image"/><Relationship Id="rId4" Target="../media/image116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4987187" y="-3158861"/>
            <a:ext cx="8313625" cy="18719266"/>
            <a:chOff x="0" y="0"/>
            <a:chExt cx="2189597" cy="49301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89597" cy="4930177"/>
            </a:xfrm>
            <a:custGeom>
              <a:avLst/>
              <a:gdLst/>
              <a:ahLst/>
              <a:cxnLst/>
              <a:rect r="r" b="b" t="t" l="l"/>
              <a:pathLst>
                <a:path h="4930177" w="2189597">
                  <a:moveTo>
                    <a:pt x="0" y="0"/>
                  </a:moveTo>
                  <a:lnTo>
                    <a:pt x="2189597" y="0"/>
                  </a:lnTo>
                  <a:lnTo>
                    <a:pt x="2189597" y="4930177"/>
                  </a:lnTo>
                  <a:lnTo>
                    <a:pt x="0" y="493017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89597" cy="496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9018003"/>
            <a:ext cx="309516" cy="240297"/>
          </a:xfrm>
          <a:custGeom>
            <a:avLst/>
            <a:gdLst/>
            <a:ahLst/>
            <a:cxnLst/>
            <a:rect r="r" b="b" t="t" l="l"/>
            <a:pathLst>
              <a:path h="240297" w="309516">
                <a:moveTo>
                  <a:pt x="0" y="0"/>
                </a:moveTo>
                <a:lnTo>
                  <a:pt x="309516" y="0"/>
                </a:lnTo>
                <a:lnTo>
                  <a:pt x="309516" y="240297"/>
                </a:lnTo>
                <a:lnTo>
                  <a:pt x="0" y="240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949784" y="9018003"/>
            <a:ext cx="309516" cy="240297"/>
          </a:xfrm>
          <a:custGeom>
            <a:avLst/>
            <a:gdLst/>
            <a:ahLst/>
            <a:cxnLst/>
            <a:rect r="r" b="b" t="t" l="l"/>
            <a:pathLst>
              <a:path h="240297" w="309516">
                <a:moveTo>
                  <a:pt x="309516" y="0"/>
                </a:moveTo>
                <a:lnTo>
                  <a:pt x="0" y="0"/>
                </a:lnTo>
                <a:lnTo>
                  <a:pt x="0" y="240297"/>
                </a:lnTo>
                <a:lnTo>
                  <a:pt x="309516" y="240297"/>
                </a:lnTo>
                <a:lnTo>
                  <a:pt x="30951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6949784" y="1028700"/>
            <a:ext cx="309516" cy="240297"/>
          </a:xfrm>
          <a:custGeom>
            <a:avLst/>
            <a:gdLst/>
            <a:ahLst/>
            <a:cxnLst/>
            <a:rect r="r" b="b" t="t" l="l"/>
            <a:pathLst>
              <a:path h="240297" w="309516">
                <a:moveTo>
                  <a:pt x="0" y="0"/>
                </a:moveTo>
                <a:lnTo>
                  <a:pt x="309516" y="0"/>
                </a:lnTo>
                <a:lnTo>
                  <a:pt x="309516" y="240297"/>
                </a:lnTo>
                <a:lnTo>
                  <a:pt x="0" y="240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10800000">
            <a:off x="1028700" y="1028700"/>
            <a:ext cx="309516" cy="240297"/>
          </a:xfrm>
          <a:custGeom>
            <a:avLst/>
            <a:gdLst/>
            <a:ahLst/>
            <a:cxnLst/>
            <a:rect r="r" b="b" t="t" l="l"/>
            <a:pathLst>
              <a:path h="240297" w="309516">
                <a:moveTo>
                  <a:pt x="309516" y="0"/>
                </a:moveTo>
                <a:lnTo>
                  <a:pt x="0" y="0"/>
                </a:lnTo>
                <a:lnTo>
                  <a:pt x="0" y="240297"/>
                </a:lnTo>
                <a:lnTo>
                  <a:pt x="309516" y="240297"/>
                </a:lnTo>
                <a:lnTo>
                  <a:pt x="30951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023937" y="1959066"/>
            <a:ext cx="0" cy="6368868"/>
          </a:xfrm>
          <a:prstGeom prst="line">
            <a:avLst/>
          </a:prstGeom>
          <a:ln cap="flat" w="9525">
            <a:solidFill>
              <a:srgbClr val="1CC9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7264062" y="1959066"/>
            <a:ext cx="0" cy="6368868"/>
          </a:xfrm>
          <a:prstGeom prst="line">
            <a:avLst/>
          </a:prstGeom>
          <a:ln cap="flat" w="9525">
            <a:solidFill>
              <a:srgbClr val="1CC9F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712685" y="3447366"/>
            <a:ext cx="14862630" cy="3392269"/>
            <a:chOff x="0" y="0"/>
            <a:chExt cx="3308013" cy="7550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08013" cy="755026"/>
            </a:xfrm>
            <a:custGeom>
              <a:avLst/>
              <a:gdLst/>
              <a:ahLst/>
              <a:cxnLst/>
              <a:rect r="r" b="b" t="t" l="l"/>
              <a:pathLst>
                <a:path h="755026" w="3308013">
                  <a:moveTo>
                    <a:pt x="3147993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595006"/>
                  </a:lnTo>
                  <a:lnTo>
                    <a:pt x="160020" y="755026"/>
                  </a:lnTo>
                  <a:lnTo>
                    <a:pt x="3147993" y="755026"/>
                  </a:lnTo>
                  <a:lnTo>
                    <a:pt x="3308013" y="595006"/>
                  </a:lnTo>
                  <a:lnTo>
                    <a:pt x="3308013" y="160020"/>
                  </a:lnTo>
                  <a:lnTo>
                    <a:pt x="3147993" y="0"/>
                  </a:lnTo>
                  <a:close/>
                </a:path>
              </a:pathLst>
            </a:custGeom>
            <a:ln w="104775" cap="sq">
              <a:solidFill>
                <a:srgbClr val="8DE0F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63500" y="63500"/>
              <a:ext cx="3181013" cy="628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357669" y="3936708"/>
            <a:ext cx="13572663" cy="2114544"/>
          </a:xfrm>
          <a:custGeom>
            <a:avLst/>
            <a:gdLst/>
            <a:ahLst/>
            <a:cxnLst/>
            <a:rect r="r" b="b" t="t" l="l"/>
            <a:pathLst>
              <a:path h="2114544" w="13572663">
                <a:moveTo>
                  <a:pt x="0" y="0"/>
                </a:moveTo>
                <a:lnTo>
                  <a:pt x="13572662" y="0"/>
                </a:lnTo>
                <a:lnTo>
                  <a:pt x="13572662" y="2114543"/>
                </a:lnTo>
                <a:lnTo>
                  <a:pt x="0" y="21145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951809" y="5742504"/>
            <a:ext cx="7978522" cy="1326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6"/>
              </a:lnSpc>
            </a:pPr>
            <a:r>
              <a:rPr lang="en-US" sz="11413" spc="-25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VANGUARD</a:t>
            </a:r>
          </a:p>
        </p:txBody>
      </p:sp>
      <p:sp>
        <p:nvSpPr>
          <p:cNvPr name="Freeform 17" id="17"/>
          <p:cNvSpPr/>
          <p:nvPr/>
        </p:nvSpPr>
        <p:spPr>
          <a:xfrm flipH="false" flipV="true" rot="0">
            <a:off x="1439788" y="2887033"/>
            <a:ext cx="545795" cy="545795"/>
          </a:xfrm>
          <a:custGeom>
            <a:avLst/>
            <a:gdLst/>
            <a:ahLst/>
            <a:cxnLst/>
            <a:rect r="r" b="b" t="t" l="l"/>
            <a:pathLst>
              <a:path h="545795" w="545795">
                <a:moveTo>
                  <a:pt x="0" y="545795"/>
                </a:moveTo>
                <a:lnTo>
                  <a:pt x="545795" y="545795"/>
                </a:lnTo>
                <a:lnTo>
                  <a:pt x="545795" y="0"/>
                </a:lnTo>
                <a:lnTo>
                  <a:pt x="0" y="0"/>
                </a:lnTo>
                <a:lnTo>
                  <a:pt x="0" y="54579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true" rot="0">
            <a:off x="16288396" y="2887033"/>
            <a:ext cx="573837" cy="573837"/>
          </a:xfrm>
          <a:custGeom>
            <a:avLst/>
            <a:gdLst/>
            <a:ahLst/>
            <a:cxnLst/>
            <a:rect r="r" b="b" t="t" l="l"/>
            <a:pathLst>
              <a:path h="573837" w="573837">
                <a:moveTo>
                  <a:pt x="573837" y="573837"/>
                </a:moveTo>
                <a:lnTo>
                  <a:pt x="0" y="573837"/>
                </a:lnTo>
                <a:lnTo>
                  <a:pt x="0" y="0"/>
                </a:lnTo>
                <a:lnTo>
                  <a:pt x="573837" y="0"/>
                </a:lnTo>
                <a:lnTo>
                  <a:pt x="573837" y="57383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67673" y="53900"/>
            <a:ext cx="6234545" cy="4114800"/>
          </a:xfrm>
          <a:custGeom>
            <a:avLst/>
            <a:gdLst/>
            <a:ahLst/>
            <a:cxnLst/>
            <a:rect r="r" b="b" t="t" l="l"/>
            <a:pathLst>
              <a:path h="4114800" w="6234545">
                <a:moveTo>
                  <a:pt x="0" y="0"/>
                </a:moveTo>
                <a:lnTo>
                  <a:pt x="6234546" y="0"/>
                </a:lnTo>
                <a:lnTo>
                  <a:pt x="62345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68626" y="2852578"/>
            <a:ext cx="7267348" cy="6059117"/>
            <a:chOff x="0" y="0"/>
            <a:chExt cx="1745577" cy="14553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5577" cy="1455366"/>
            </a:xfrm>
            <a:custGeom>
              <a:avLst/>
              <a:gdLst/>
              <a:ahLst/>
              <a:cxnLst/>
              <a:rect r="r" b="b" t="t" l="l"/>
              <a:pathLst>
                <a:path h="1455366" w="1745577">
                  <a:moveTo>
                    <a:pt x="1585557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295347"/>
                  </a:lnTo>
                  <a:lnTo>
                    <a:pt x="160020" y="1455366"/>
                  </a:lnTo>
                  <a:lnTo>
                    <a:pt x="1585557" y="1455366"/>
                  </a:lnTo>
                  <a:lnTo>
                    <a:pt x="1745577" y="1295347"/>
                  </a:lnTo>
                  <a:lnTo>
                    <a:pt x="1745577" y="160020"/>
                  </a:lnTo>
                  <a:lnTo>
                    <a:pt x="1585557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63500" y="63500"/>
              <a:ext cx="1618577" cy="13283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97673" y="2852578"/>
            <a:ext cx="809254" cy="111242"/>
            <a:chOff x="0" y="0"/>
            <a:chExt cx="213137" cy="29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137" cy="29298"/>
            </a:xfrm>
            <a:custGeom>
              <a:avLst/>
              <a:gdLst/>
              <a:ahLst/>
              <a:cxnLst/>
              <a:rect r="r" b="b" t="t" l="l"/>
              <a:pathLst>
                <a:path h="29298" w="213137">
                  <a:moveTo>
                    <a:pt x="0" y="0"/>
                  </a:moveTo>
                  <a:lnTo>
                    <a:pt x="213137" y="0"/>
                  </a:lnTo>
                  <a:lnTo>
                    <a:pt x="213137" y="29298"/>
                  </a:lnTo>
                  <a:lnTo>
                    <a:pt x="0" y="29298"/>
                  </a:lnTo>
                  <a:close/>
                </a:path>
              </a:pathLst>
            </a:custGeom>
            <a:solidFill>
              <a:srgbClr val="1CC9F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13137" cy="29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672721" y="342916"/>
            <a:ext cx="6259159" cy="232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3"/>
              </a:lnSpc>
            </a:pPr>
            <a:r>
              <a:rPr lang="en-US" sz="8508" spc="-187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LEVEL WORK ENTERPRISES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77844" y="7337882"/>
            <a:ext cx="1095350" cy="1493130"/>
            <a:chOff x="0" y="0"/>
            <a:chExt cx="1460467" cy="1990840"/>
          </a:xfrm>
        </p:grpSpPr>
        <p:grpSp>
          <p:nvGrpSpPr>
            <p:cNvPr name="Group 11" id="11"/>
            <p:cNvGrpSpPr/>
            <p:nvPr/>
          </p:nvGrpSpPr>
          <p:grpSpPr>
            <a:xfrm rot="919325">
              <a:off x="140281" y="49014"/>
              <a:ext cx="523261" cy="1132133"/>
              <a:chOff x="0" y="0"/>
              <a:chExt cx="375669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7566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75669">
                    <a:moveTo>
                      <a:pt x="187834" y="0"/>
                    </a:moveTo>
                    <a:cubicBezTo>
                      <a:pt x="84096" y="0"/>
                      <a:pt x="0" y="181951"/>
                      <a:pt x="0" y="406400"/>
                    </a:cubicBezTo>
                    <a:cubicBezTo>
                      <a:pt x="0" y="630849"/>
                      <a:pt x="84096" y="812800"/>
                      <a:pt x="187834" y="812800"/>
                    </a:cubicBezTo>
                    <a:cubicBezTo>
                      <a:pt x="291572" y="812800"/>
                      <a:pt x="375669" y="630849"/>
                      <a:pt x="375669" y="406400"/>
                    </a:cubicBezTo>
                    <a:cubicBezTo>
                      <a:pt x="375669" y="181951"/>
                      <a:pt x="291572" y="0"/>
                      <a:pt x="187834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35219" y="104775"/>
                <a:ext cx="305231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60988" y="469482"/>
              <a:ext cx="1299479" cy="1521358"/>
              <a:chOff x="0" y="0"/>
              <a:chExt cx="694259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9425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4259">
                    <a:moveTo>
                      <a:pt x="347130" y="0"/>
                    </a:moveTo>
                    <a:cubicBezTo>
                      <a:pt x="155415" y="0"/>
                      <a:pt x="0" y="181951"/>
                      <a:pt x="0" y="406400"/>
                    </a:cubicBezTo>
                    <a:cubicBezTo>
                      <a:pt x="0" y="630849"/>
                      <a:pt x="155415" y="812800"/>
                      <a:pt x="347130" y="812800"/>
                    </a:cubicBezTo>
                    <a:cubicBezTo>
                      <a:pt x="538844" y="812800"/>
                      <a:pt x="694259" y="630849"/>
                      <a:pt x="694259" y="406400"/>
                    </a:cubicBezTo>
                    <a:cubicBezTo>
                      <a:pt x="694259" y="181951"/>
                      <a:pt x="538844" y="0"/>
                      <a:pt x="347130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65087" y="104775"/>
                <a:ext cx="564085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2773194" y="6141118"/>
            <a:ext cx="2770577" cy="2770577"/>
            <a:chOff x="0" y="0"/>
            <a:chExt cx="3694102" cy="369410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3694102" cy="3694102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310462"/>
                    </a:lnTo>
                    <a:lnTo>
                      <a:pt x="657569" y="812800"/>
                    </a:lnTo>
                    <a:lnTo>
                      <a:pt x="155231" y="812800"/>
                    </a:lnTo>
                    <a:lnTo>
                      <a:pt x="0" y="31046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27000" y="231775"/>
                <a:ext cx="558800" cy="530225"/>
              </a:xfrm>
              <a:prstGeom prst="rect">
                <a:avLst/>
              </a:prstGeom>
            </p:spPr>
            <p:txBody>
              <a:bodyPr anchor="ctr" rtlCol="false" tIns="20515" lIns="20515" bIns="20515" rIns="20515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-221387">
              <a:off x="1996791" y="1336813"/>
              <a:ext cx="1340630" cy="468337"/>
              <a:chOff x="0" y="0"/>
              <a:chExt cx="812800" cy="28394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283945"/>
              </a:xfrm>
              <a:custGeom>
                <a:avLst/>
                <a:gdLst/>
                <a:ahLst/>
                <a:cxnLst/>
                <a:rect r="r" b="b" t="t" l="l"/>
                <a:pathLst>
                  <a:path h="283945" w="812800">
                    <a:moveTo>
                      <a:pt x="812800" y="0"/>
                    </a:moveTo>
                    <a:lnTo>
                      <a:pt x="0" y="0"/>
                    </a:lnTo>
                    <a:lnTo>
                      <a:pt x="101600" y="141972"/>
                    </a:lnTo>
                    <a:lnTo>
                      <a:pt x="0" y="283945"/>
                    </a:lnTo>
                    <a:lnTo>
                      <a:pt x="812800" y="283945"/>
                    </a:lnTo>
                    <a:lnTo>
                      <a:pt x="711200" y="141972"/>
                    </a:lnTo>
                    <a:lnTo>
                      <a:pt x="8128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88900" y="28575"/>
                <a:ext cx="635000" cy="255370"/>
              </a:xfrm>
              <a:prstGeom prst="rect">
                <a:avLst/>
              </a:prstGeom>
            </p:spPr>
            <p:txBody>
              <a:bodyPr anchor="ctr" rtlCol="false" tIns="20515" lIns="20515" bIns="20515" rIns="20515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251279">
              <a:off x="367523" y="1682981"/>
              <a:ext cx="1340630" cy="121664"/>
              <a:chOff x="0" y="0"/>
              <a:chExt cx="812800" cy="7376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73763"/>
              </a:xfrm>
              <a:custGeom>
                <a:avLst/>
                <a:gdLst/>
                <a:ahLst/>
                <a:cxnLst/>
                <a:rect r="r" b="b" t="t" l="l"/>
                <a:pathLst>
                  <a:path h="73763" w="812800">
                    <a:moveTo>
                      <a:pt x="812800" y="0"/>
                    </a:moveTo>
                    <a:lnTo>
                      <a:pt x="0" y="0"/>
                    </a:lnTo>
                    <a:lnTo>
                      <a:pt x="101600" y="36881"/>
                    </a:lnTo>
                    <a:lnTo>
                      <a:pt x="0" y="73763"/>
                    </a:lnTo>
                    <a:lnTo>
                      <a:pt x="812800" y="73763"/>
                    </a:lnTo>
                    <a:lnTo>
                      <a:pt x="711200" y="36881"/>
                    </a:lnTo>
                    <a:lnTo>
                      <a:pt x="8128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88900" y="28575"/>
                <a:ext cx="635000" cy="45188"/>
              </a:xfrm>
              <a:prstGeom prst="rect">
                <a:avLst/>
              </a:prstGeom>
            </p:spPr>
            <p:txBody>
              <a:bodyPr anchor="ctr" rtlCol="false" tIns="20515" lIns="20515" bIns="20515" rIns="20515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180108" y="2273159"/>
              <a:ext cx="1486998" cy="608191"/>
              <a:chOff x="0" y="0"/>
              <a:chExt cx="567929" cy="23228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567929" cy="232287"/>
              </a:xfrm>
              <a:custGeom>
                <a:avLst/>
                <a:gdLst/>
                <a:ahLst/>
                <a:cxnLst/>
                <a:rect r="r" b="b" t="t" l="l"/>
                <a:pathLst>
                  <a:path h="232287" w="567929">
                    <a:moveTo>
                      <a:pt x="283965" y="232287"/>
                    </a:moveTo>
                    <a:lnTo>
                      <a:pt x="567929" y="0"/>
                    </a:lnTo>
                    <a:lnTo>
                      <a:pt x="0" y="0"/>
                    </a:lnTo>
                    <a:lnTo>
                      <a:pt x="283965" y="232287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88739" y="45167"/>
                <a:ext cx="390451" cy="792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sp>
        <p:nvSpPr>
          <p:cNvPr name="Freeform 30" id="30"/>
          <p:cNvSpPr/>
          <p:nvPr/>
        </p:nvSpPr>
        <p:spPr>
          <a:xfrm flipH="true" flipV="false" rot="-10800000">
            <a:off x="5859110" y="2667902"/>
            <a:ext cx="309516" cy="240297"/>
          </a:xfrm>
          <a:custGeom>
            <a:avLst/>
            <a:gdLst/>
            <a:ahLst/>
            <a:cxnLst/>
            <a:rect r="r" b="b" t="t" l="l"/>
            <a:pathLst>
              <a:path h="240297" w="309516">
                <a:moveTo>
                  <a:pt x="309516" y="0"/>
                </a:moveTo>
                <a:lnTo>
                  <a:pt x="0" y="0"/>
                </a:lnTo>
                <a:lnTo>
                  <a:pt x="0" y="240297"/>
                </a:lnTo>
                <a:lnTo>
                  <a:pt x="309516" y="240297"/>
                </a:lnTo>
                <a:lnTo>
                  <a:pt x="30951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false" rot="0">
            <a:off x="13271280" y="8831012"/>
            <a:ext cx="329389" cy="255725"/>
          </a:xfrm>
          <a:custGeom>
            <a:avLst/>
            <a:gdLst/>
            <a:ahLst/>
            <a:cxnLst/>
            <a:rect r="r" b="b" t="t" l="l"/>
            <a:pathLst>
              <a:path h="255725" w="329389">
                <a:moveTo>
                  <a:pt x="329388" y="0"/>
                </a:moveTo>
                <a:lnTo>
                  <a:pt x="0" y="0"/>
                </a:lnTo>
                <a:lnTo>
                  <a:pt x="0" y="255725"/>
                </a:lnTo>
                <a:lnTo>
                  <a:pt x="329388" y="255725"/>
                </a:lnTo>
                <a:lnTo>
                  <a:pt x="32938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859110" y="8846441"/>
            <a:ext cx="309516" cy="240297"/>
          </a:xfrm>
          <a:custGeom>
            <a:avLst/>
            <a:gdLst/>
            <a:ahLst/>
            <a:cxnLst/>
            <a:rect r="r" b="b" t="t" l="l"/>
            <a:pathLst>
              <a:path h="240297" w="309516">
                <a:moveTo>
                  <a:pt x="0" y="0"/>
                </a:moveTo>
                <a:lnTo>
                  <a:pt x="309516" y="0"/>
                </a:lnTo>
                <a:lnTo>
                  <a:pt x="309516" y="240296"/>
                </a:lnTo>
                <a:lnTo>
                  <a:pt x="0" y="2402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-10800000">
            <a:off x="13291153" y="2667902"/>
            <a:ext cx="309516" cy="240297"/>
          </a:xfrm>
          <a:custGeom>
            <a:avLst/>
            <a:gdLst/>
            <a:ahLst/>
            <a:cxnLst/>
            <a:rect r="r" b="b" t="t" l="l"/>
            <a:pathLst>
              <a:path h="240297" w="309516">
                <a:moveTo>
                  <a:pt x="0" y="0"/>
                </a:moveTo>
                <a:lnTo>
                  <a:pt x="309515" y="0"/>
                </a:lnTo>
                <a:lnTo>
                  <a:pt x="309515" y="240297"/>
                </a:lnTo>
                <a:lnTo>
                  <a:pt x="0" y="240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6973327" y="3056069"/>
            <a:ext cx="5657946" cy="565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3000" spc="300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</a:t>
            </a:r>
            <a:r>
              <a:rPr lang="en-US" sz="3000" spc="300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NTEGRANTES:</a:t>
            </a:r>
          </a:p>
          <a:p>
            <a:pPr algn="ctr">
              <a:lnSpc>
                <a:spcPts val="2970"/>
              </a:lnSpc>
            </a:pPr>
          </a:p>
          <a:p>
            <a:pPr algn="l" marL="647700" indent="-323850" lvl="1">
              <a:lnSpc>
                <a:spcPts val="2970"/>
              </a:lnSpc>
              <a:buFont typeface="Arial"/>
              <a:buChar char="•"/>
            </a:pPr>
            <a:r>
              <a:rPr lang="en-US" sz="3000" spc="3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AMA</a:t>
            </a:r>
            <a:r>
              <a:rPr lang="en-US" sz="3000" spc="3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NDA</a:t>
            </a:r>
          </a:p>
          <a:p>
            <a:pPr algn="l">
              <a:lnSpc>
                <a:spcPts val="2970"/>
              </a:lnSpc>
            </a:pPr>
          </a:p>
          <a:p>
            <a:pPr algn="l" marL="647700" indent="-323850" lvl="1">
              <a:lnSpc>
                <a:spcPts val="2970"/>
              </a:lnSpc>
              <a:buFont typeface="Arial"/>
              <a:buChar char="•"/>
            </a:pPr>
            <a:r>
              <a:rPr lang="en-US" sz="3000" spc="3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EVANDRO </a:t>
            </a:r>
          </a:p>
          <a:p>
            <a:pPr algn="l">
              <a:lnSpc>
                <a:spcPts val="2970"/>
              </a:lnSpc>
            </a:pPr>
          </a:p>
          <a:p>
            <a:pPr algn="l" marL="647700" indent="-323850" lvl="1">
              <a:lnSpc>
                <a:spcPts val="2970"/>
              </a:lnSpc>
              <a:buFont typeface="Arial"/>
              <a:buChar char="•"/>
            </a:pPr>
            <a:r>
              <a:rPr lang="en-US" sz="3000" spc="3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JULIA</a:t>
            </a:r>
          </a:p>
          <a:p>
            <a:pPr algn="l">
              <a:lnSpc>
                <a:spcPts val="2970"/>
              </a:lnSpc>
            </a:pPr>
          </a:p>
          <a:p>
            <a:pPr algn="l" marL="647700" indent="-323850" lvl="1">
              <a:lnSpc>
                <a:spcPts val="2970"/>
              </a:lnSpc>
              <a:buFont typeface="Arial"/>
              <a:buChar char="•"/>
            </a:pPr>
            <a:r>
              <a:rPr lang="en-US" sz="3000" spc="3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KALLÉO</a:t>
            </a:r>
          </a:p>
          <a:p>
            <a:pPr algn="l">
              <a:lnSpc>
                <a:spcPts val="2970"/>
              </a:lnSpc>
            </a:pPr>
          </a:p>
          <a:p>
            <a:pPr algn="l" marL="647700" indent="-323850" lvl="1">
              <a:lnSpc>
                <a:spcPts val="2970"/>
              </a:lnSpc>
              <a:buFont typeface="Arial"/>
              <a:buChar char="•"/>
            </a:pPr>
            <a:r>
              <a:rPr lang="en-US" sz="3000" spc="3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MURILO</a:t>
            </a:r>
          </a:p>
          <a:p>
            <a:pPr algn="l">
              <a:lnSpc>
                <a:spcPts val="2970"/>
              </a:lnSpc>
            </a:pPr>
          </a:p>
          <a:p>
            <a:pPr algn="l" marL="647700" indent="-323850" lvl="1">
              <a:lnSpc>
                <a:spcPts val="2970"/>
              </a:lnSpc>
              <a:buFont typeface="Arial"/>
              <a:buChar char="•"/>
            </a:pPr>
            <a:r>
              <a:rPr lang="en-US" sz="3000" spc="3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</a:t>
            </a:r>
            <a:r>
              <a:rPr lang="en-US" sz="3000" spc="3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IAN</a:t>
            </a:r>
          </a:p>
          <a:p>
            <a:pPr algn="l">
              <a:lnSpc>
                <a:spcPts val="2970"/>
              </a:lnSpc>
            </a:pPr>
          </a:p>
          <a:p>
            <a:pPr algn="l" marL="647700" indent="-323850" lvl="1">
              <a:lnSpc>
                <a:spcPts val="2970"/>
              </a:lnSpc>
              <a:buFont typeface="Arial"/>
              <a:buChar char="•"/>
            </a:pPr>
            <a:r>
              <a:rPr lang="en-US" sz="3000" spc="3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VITOR 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67673" y="53900"/>
            <a:ext cx="6234545" cy="4114800"/>
          </a:xfrm>
          <a:custGeom>
            <a:avLst/>
            <a:gdLst/>
            <a:ahLst/>
            <a:cxnLst/>
            <a:rect r="r" b="b" t="t" l="l"/>
            <a:pathLst>
              <a:path h="4114800" w="6234545">
                <a:moveTo>
                  <a:pt x="0" y="0"/>
                </a:moveTo>
                <a:lnTo>
                  <a:pt x="6234546" y="0"/>
                </a:lnTo>
                <a:lnTo>
                  <a:pt x="62345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6250" y="2111300"/>
            <a:ext cx="7267348" cy="7307285"/>
            <a:chOff x="0" y="0"/>
            <a:chExt cx="1745577" cy="17551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5577" cy="1755170"/>
            </a:xfrm>
            <a:custGeom>
              <a:avLst/>
              <a:gdLst/>
              <a:ahLst/>
              <a:cxnLst/>
              <a:rect r="r" b="b" t="t" l="l"/>
              <a:pathLst>
                <a:path h="1755170" w="1745577">
                  <a:moveTo>
                    <a:pt x="1585557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595150"/>
                  </a:lnTo>
                  <a:lnTo>
                    <a:pt x="160020" y="1755170"/>
                  </a:lnTo>
                  <a:lnTo>
                    <a:pt x="1585557" y="1755170"/>
                  </a:lnTo>
                  <a:lnTo>
                    <a:pt x="1745577" y="1595150"/>
                  </a:lnTo>
                  <a:lnTo>
                    <a:pt x="1745577" y="160020"/>
                  </a:lnTo>
                  <a:lnTo>
                    <a:pt x="1585557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63500" y="63500"/>
              <a:ext cx="1618577" cy="1628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55297" y="2190856"/>
            <a:ext cx="809254" cy="111242"/>
            <a:chOff x="0" y="0"/>
            <a:chExt cx="213137" cy="29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137" cy="29298"/>
            </a:xfrm>
            <a:custGeom>
              <a:avLst/>
              <a:gdLst/>
              <a:ahLst/>
              <a:cxnLst/>
              <a:rect r="r" b="b" t="t" l="l"/>
              <a:pathLst>
                <a:path h="29298" w="213137">
                  <a:moveTo>
                    <a:pt x="0" y="0"/>
                  </a:moveTo>
                  <a:lnTo>
                    <a:pt x="213137" y="0"/>
                  </a:lnTo>
                  <a:lnTo>
                    <a:pt x="213137" y="29298"/>
                  </a:lnTo>
                  <a:lnTo>
                    <a:pt x="0" y="29298"/>
                  </a:lnTo>
                  <a:close/>
                </a:path>
              </a:pathLst>
            </a:custGeom>
            <a:solidFill>
              <a:srgbClr val="1CC9F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13137" cy="29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966873" y="1153156"/>
            <a:ext cx="4027200" cy="114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3"/>
              </a:lnSpc>
            </a:pPr>
            <a:r>
              <a:rPr lang="en-US" sz="9908" spc="-217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ÍNDICE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006134" y="1593069"/>
            <a:ext cx="7015322" cy="7133388"/>
            <a:chOff x="0" y="0"/>
            <a:chExt cx="9353763" cy="95111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9190789"/>
              <a:ext cx="412687" cy="320396"/>
            </a:xfrm>
            <a:custGeom>
              <a:avLst/>
              <a:gdLst/>
              <a:ahLst/>
              <a:cxnLst/>
              <a:rect r="r" b="b" t="t" l="l"/>
              <a:pathLst>
                <a:path h="320396" w="412687">
                  <a:moveTo>
                    <a:pt x="0" y="0"/>
                  </a:moveTo>
                  <a:lnTo>
                    <a:pt x="412687" y="0"/>
                  </a:lnTo>
                  <a:lnTo>
                    <a:pt x="412687" y="320395"/>
                  </a:lnTo>
                  <a:lnTo>
                    <a:pt x="0" y="320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true" rot="0">
              <a:off x="0" y="0"/>
              <a:ext cx="412687" cy="320396"/>
            </a:xfrm>
            <a:custGeom>
              <a:avLst/>
              <a:gdLst/>
              <a:ahLst/>
              <a:cxnLst/>
              <a:rect r="r" b="b" t="t" l="l"/>
              <a:pathLst>
                <a:path h="320396" w="412687">
                  <a:moveTo>
                    <a:pt x="0" y="320396"/>
                  </a:moveTo>
                  <a:lnTo>
                    <a:pt x="412687" y="320396"/>
                  </a:lnTo>
                  <a:lnTo>
                    <a:pt x="412687" y="0"/>
                  </a:lnTo>
                  <a:lnTo>
                    <a:pt x="0" y="0"/>
                  </a:lnTo>
                  <a:lnTo>
                    <a:pt x="0" y="320396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true" flipV="false" rot="0">
              <a:off x="8941076" y="9190789"/>
              <a:ext cx="412687" cy="320396"/>
            </a:xfrm>
            <a:custGeom>
              <a:avLst/>
              <a:gdLst/>
              <a:ahLst/>
              <a:cxnLst/>
              <a:rect r="r" b="b" t="t" l="l"/>
              <a:pathLst>
                <a:path h="320396" w="412687">
                  <a:moveTo>
                    <a:pt x="412687" y="0"/>
                  </a:moveTo>
                  <a:lnTo>
                    <a:pt x="0" y="0"/>
                  </a:lnTo>
                  <a:lnTo>
                    <a:pt x="0" y="320395"/>
                  </a:lnTo>
                  <a:lnTo>
                    <a:pt x="412687" y="320395"/>
                  </a:lnTo>
                  <a:lnTo>
                    <a:pt x="412687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true" flipV="true" rot="0">
              <a:off x="8941076" y="0"/>
              <a:ext cx="412687" cy="320396"/>
            </a:xfrm>
            <a:custGeom>
              <a:avLst/>
              <a:gdLst/>
              <a:ahLst/>
              <a:cxnLst/>
              <a:rect r="r" b="b" t="t" l="l"/>
              <a:pathLst>
                <a:path h="320396" w="412687">
                  <a:moveTo>
                    <a:pt x="412687" y="320396"/>
                  </a:moveTo>
                  <a:lnTo>
                    <a:pt x="0" y="320396"/>
                  </a:lnTo>
                  <a:lnTo>
                    <a:pt x="0" y="0"/>
                  </a:lnTo>
                  <a:lnTo>
                    <a:pt x="412687" y="0"/>
                  </a:lnTo>
                  <a:lnTo>
                    <a:pt x="412687" y="320396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5" id="15"/>
            <p:cNvGrpSpPr/>
            <p:nvPr/>
          </p:nvGrpSpPr>
          <p:grpSpPr>
            <a:xfrm rot="0">
              <a:off x="206344" y="160198"/>
              <a:ext cx="9147420" cy="91474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310462"/>
                    </a:lnTo>
                    <a:lnTo>
                      <a:pt x="657569" y="812800"/>
                    </a:lnTo>
                    <a:lnTo>
                      <a:pt x="155231" y="812800"/>
                    </a:lnTo>
                    <a:lnTo>
                      <a:pt x="0" y="31046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7000" y="2317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-632536">
              <a:off x="5191265" y="3634370"/>
              <a:ext cx="3319699" cy="939100"/>
              <a:chOff x="0" y="0"/>
              <a:chExt cx="812800" cy="22993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229931"/>
              </a:xfrm>
              <a:custGeom>
                <a:avLst/>
                <a:gdLst/>
                <a:ahLst/>
                <a:cxnLst/>
                <a:rect r="r" b="b" t="t" l="l"/>
                <a:pathLst>
                  <a:path h="229931" w="812800">
                    <a:moveTo>
                      <a:pt x="812800" y="0"/>
                    </a:moveTo>
                    <a:lnTo>
                      <a:pt x="0" y="0"/>
                    </a:lnTo>
                    <a:lnTo>
                      <a:pt x="101600" y="114965"/>
                    </a:lnTo>
                    <a:lnTo>
                      <a:pt x="0" y="229931"/>
                    </a:lnTo>
                    <a:lnTo>
                      <a:pt x="812800" y="229931"/>
                    </a:lnTo>
                    <a:lnTo>
                      <a:pt x="711200" y="114965"/>
                    </a:lnTo>
                    <a:lnTo>
                      <a:pt x="8128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88900" y="28575"/>
                <a:ext cx="635000" cy="2013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697763">
              <a:off x="1047118" y="3583535"/>
              <a:ext cx="3319699" cy="939100"/>
              <a:chOff x="0" y="0"/>
              <a:chExt cx="812800" cy="22993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229931"/>
              </a:xfrm>
              <a:custGeom>
                <a:avLst/>
                <a:gdLst/>
                <a:ahLst/>
                <a:cxnLst/>
                <a:rect r="r" b="b" t="t" l="l"/>
                <a:pathLst>
                  <a:path h="229931" w="812800">
                    <a:moveTo>
                      <a:pt x="812800" y="0"/>
                    </a:moveTo>
                    <a:lnTo>
                      <a:pt x="0" y="0"/>
                    </a:lnTo>
                    <a:lnTo>
                      <a:pt x="101600" y="114965"/>
                    </a:lnTo>
                    <a:lnTo>
                      <a:pt x="0" y="229931"/>
                    </a:lnTo>
                    <a:lnTo>
                      <a:pt x="812800" y="229931"/>
                    </a:lnTo>
                    <a:lnTo>
                      <a:pt x="711200" y="114965"/>
                    </a:lnTo>
                    <a:lnTo>
                      <a:pt x="8128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88900" y="28575"/>
                <a:ext cx="635000" cy="2013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1746588" y="2425087"/>
            <a:ext cx="7830954" cy="699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865" indent="-337932" lvl="1">
              <a:lnSpc>
                <a:spcPts val="3099"/>
              </a:lnSpc>
              <a:buFont typeface="Arial"/>
              <a:buChar char="•"/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CONTEXTO</a:t>
            </a:r>
          </a:p>
          <a:p>
            <a:pPr algn="l">
              <a:lnSpc>
                <a:spcPts val="3099"/>
              </a:lnSpc>
            </a:pPr>
          </a:p>
          <a:p>
            <a:pPr algn="l" marL="675865" indent="-337932" lvl="1">
              <a:lnSpc>
                <a:spcPts val="3099"/>
              </a:lnSpc>
              <a:buFont typeface="Arial"/>
              <a:buChar char="•"/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RONDAS</a:t>
            </a:r>
          </a:p>
          <a:p>
            <a:pPr algn="l">
              <a:lnSpc>
                <a:spcPts val="3099"/>
              </a:lnSpc>
            </a:pPr>
          </a:p>
          <a:p>
            <a:pPr algn="l" marL="675865" indent="-337932" lvl="1">
              <a:lnSpc>
                <a:spcPts val="3099"/>
              </a:lnSpc>
              <a:buFont typeface="Arial"/>
              <a:buChar char="•"/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DESAFIO FINAL</a:t>
            </a:r>
          </a:p>
          <a:p>
            <a:pPr algn="l">
              <a:lnSpc>
                <a:spcPts val="3099"/>
              </a:lnSpc>
            </a:pPr>
          </a:p>
          <a:p>
            <a:pPr algn="l" marL="675865" indent="-337932" lvl="1">
              <a:lnSpc>
                <a:spcPts val="3099"/>
              </a:lnSpc>
              <a:buFont typeface="Arial"/>
              <a:buChar char="•"/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FINAIS</a:t>
            </a:r>
          </a:p>
          <a:p>
            <a:pPr algn="l">
              <a:lnSpc>
                <a:spcPts val="3099"/>
              </a:lnSpc>
            </a:pPr>
          </a:p>
          <a:p>
            <a:pPr algn="l" marL="675865" indent="-337932" lvl="1">
              <a:lnSpc>
                <a:spcPts val="3099"/>
              </a:lnSpc>
              <a:buFont typeface="Arial"/>
              <a:buChar char="•"/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CONCEPT ART</a:t>
            </a:r>
          </a:p>
          <a:p>
            <a:pPr algn="l">
              <a:lnSpc>
                <a:spcPts val="3099"/>
              </a:lnSpc>
            </a:pPr>
          </a:p>
          <a:p>
            <a:pPr algn="l" marL="675865" indent="-337932" lvl="1">
              <a:lnSpc>
                <a:spcPts val="3099"/>
              </a:lnSpc>
              <a:buFont typeface="Arial"/>
              <a:buChar char="•"/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HUD</a:t>
            </a:r>
          </a:p>
          <a:p>
            <a:pPr algn="l">
              <a:lnSpc>
                <a:spcPts val="3099"/>
              </a:lnSpc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   </a:t>
            </a:r>
          </a:p>
          <a:p>
            <a:pPr algn="l" marL="675865" indent="-337932" lvl="1">
              <a:lnSpc>
                <a:spcPts val="3099"/>
              </a:lnSpc>
              <a:buFont typeface="Arial"/>
              <a:buChar char="•"/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ASSETS 3D</a:t>
            </a:r>
          </a:p>
          <a:p>
            <a:pPr algn="l">
              <a:lnSpc>
                <a:spcPts val="3099"/>
              </a:lnSpc>
            </a:pPr>
          </a:p>
          <a:p>
            <a:pPr algn="l" marL="675865" indent="-337932" lvl="1">
              <a:lnSpc>
                <a:spcPts val="3099"/>
              </a:lnSpc>
              <a:buFont typeface="Arial"/>
              <a:buChar char="•"/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MAYA 3D: MODELAGEM </a:t>
            </a:r>
          </a:p>
          <a:p>
            <a:pPr algn="l">
              <a:lnSpc>
                <a:spcPts val="3099"/>
              </a:lnSpc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              UV/TEXTURA</a:t>
            </a:r>
          </a:p>
          <a:p>
            <a:pPr algn="l" marL="675865" indent="-337932" lvl="1">
              <a:lnSpc>
                <a:spcPts val="3099"/>
              </a:lnSpc>
              <a:buFont typeface="Arial"/>
              <a:buChar char="•"/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MAYA 3D: </a:t>
            </a: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         RIGGING/ANIMAÇÃO               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57497" y="329525"/>
            <a:ext cx="16501803" cy="9323211"/>
            <a:chOff x="0" y="0"/>
            <a:chExt cx="22002404" cy="124309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002404" cy="12430948"/>
            </a:xfrm>
            <a:custGeom>
              <a:avLst/>
              <a:gdLst/>
              <a:ahLst/>
              <a:cxnLst/>
              <a:rect r="r" b="b" t="t" l="l"/>
              <a:pathLst>
                <a:path h="12430948" w="22002404">
                  <a:moveTo>
                    <a:pt x="0" y="0"/>
                  </a:moveTo>
                  <a:lnTo>
                    <a:pt x="22002404" y="0"/>
                  </a:lnTo>
                  <a:lnTo>
                    <a:pt x="22002404" y="12430948"/>
                  </a:lnTo>
                  <a:lnTo>
                    <a:pt x="0" y="12430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7" r="0" b="-12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1604253" y="227160"/>
              <a:ext cx="183237" cy="3073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0"/>
                </a:lnSpc>
                <a:spcBef>
                  <a:spcPct val="0"/>
                </a:spcBef>
              </a:pPr>
              <a:r>
                <a:rPr lang="en-US" sz="1371" spc="21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X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21570140" y="274449"/>
              <a:ext cx="251462" cy="251462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1316">
                  <a:alpha val="12941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67673" y="53900"/>
            <a:ext cx="6234545" cy="4114800"/>
          </a:xfrm>
          <a:custGeom>
            <a:avLst/>
            <a:gdLst/>
            <a:ahLst/>
            <a:cxnLst/>
            <a:rect r="r" b="b" t="t" l="l"/>
            <a:pathLst>
              <a:path h="4114800" w="6234545">
                <a:moveTo>
                  <a:pt x="0" y="0"/>
                </a:moveTo>
                <a:lnTo>
                  <a:pt x="6234546" y="0"/>
                </a:lnTo>
                <a:lnTo>
                  <a:pt x="62345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6250" y="2111300"/>
            <a:ext cx="7267348" cy="7307285"/>
            <a:chOff x="0" y="0"/>
            <a:chExt cx="1745577" cy="17551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5577" cy="1755170"/>
            </a:xfrm>
            <a:custGeom>
              <a:avLst/>
              <a:gdLst/>
              <a:ahLst/>
              <a:cxnLst/>
              <a:rect r="r" b="b" t="t" l="l"/>
              <a:pathLst>
                <a:path h="1755170" w="1745577">
                  <a:moveTo>
                    <a:pt x="1585557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595150"/>
                  </a:lnTo>
                  <a:lnTo>
                    <a:pt x="160020" y="1755170"/>
                  </a:lnTo>
                  <a:lnTo>
                    <a:pt x="1585557" y="1755170"/>
                  </a:lnTo>
                  <a:lnTo>
                    <a:pt x="1745577" y="1595150"/>
                  </a:lnTo>
                  <a:lnTo>
                    <a:pt x="1745577" y="160020"/>
                  </a:lnTo>
                  <a:lnTo>
                    <a:pt x="1585557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63500" y="63500"/>
              <a:ext cx="1618577" cy="1628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55297" y="2190856"/>
            <a:ext cx="809254" cy="111242"/>
            <a:chOff x="0" y="0"/>
            <a:chExt cx="213137" cy="29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137" cy="29298"/>
            </a:xfrm>
            <a:custGeom>
              <a:avLst/>
              <a:gdLst/>
              <a:ahLst/>
              <a:cxnLst/>
              <a:rect r="r" b="b" t="t" l="l"/>
              <a:pathLst>
                <a:path h="29298" w="213137">
                  <a:moveTo>
                    <a:pt x="0" y="0"/>
                  </a:moveTo>
                  <a:lnTo>
                    <a:pt x="213137" y="0"/>
                  </a:lnTo>
                  <a:lnTo>
                    <a:pt x="213137" y="29298"/>
                  </a:lnTo>
                  <a:lnTo>
                    <a:pt x="0" y="29298"/>
                  </a:lnTo>
                  <a:close/>
                </a:path>
              </a:pathLst>
            </a:custGeom>
            <a:solidFill>
              <a:srgbClr val="1CC9F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13137" cy="29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966873" y="1153156"/>
            <a:ext cx="4027200" cy="114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3"/>
              </a:lnSpc>
            </a:pPr>
            <a:r>
              <a:rPr lang="en-US" sz="9908" spc="-217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ÍNDICE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006134" y="1593069"/>
            <a:ext cx="7015322" cy="7133388"/>
            <a:chOff x="0" y="0"/>
            <a:chExt cx="9353763" cy="95111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9190789"/>
              <a:ext cx="412687" cy="320396"/>
            </a:xfrm>
            <a:custGeom>
              <a:avLst/>
              <a:gdLst/>
              <a:ahLst/>
              <a:cxnLst/>
              <a:rect r="r" b="b" t="t" l="l"/>
              <a:pathLst>
                <a:path h="320396" w="412687">
                  <a:moveTo>
                    <a:pt x="0" y="0"/>
                  </a:moveTo>
                  <a:lnTo>
                    <a:pt x="412687" y="0"/>
                  </a:lnTo>
                  <a:lnTo>
                    <a:pt x="412687" y="320395"/>
                  </a:lnTo>
                  <a:lnTo>
                    <a:pt x="0" y="320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true" rot="0">
              <a:off x="0" y="0"/>
              <a:ext cx="412687" cy="320396"/>
            </a:xfrm>
            <a:custGeom>
              <a:avLst/>
              <a:gdLst/>
              <a:ahLst/>
              <a:cxnLst/>
              <a:rect r="r" b="b" t="t" l="l"/>
              <a:pathLst>
                <a:path h="320396" w="412687">
                  <a:moveTo>
                    <a:pt x="0" y="320396"/>
                  </a:moveTo>
                  <a:lnTo>
                    <a:pt x="412687" y="320396"/>
                  </a:lnTo>
                  <a:lnTo>
                    <a:pt x="412687" y="0"/>
                  </a:lnTo>
                  <a:lnTo>
                    <a:pt x="0" y="0"/>
                  </a:lnTo>
                  <a:lnTo>
                    <a:pt x="0" y="320396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true" flipV="false" rot="0">
              <a:off x="8941076" y="9190789"/>
              <a:ext cx="412687" cy="320396"/>
            </a:xfrm>
            <a:custGeom>
              <a:avLst/>
              <a:gdLst/>
              <a:ahLst/>
              <a:cxnLst/>
              <a:rect r="r" b="b" t="t" l="l"/>
              <a:pathLst>
                <a:path h="320396" w="412687">
                  <a:moveTo>
                    <a:pt x="412687" y="0"/>
                  </a:moveTo>
                  <a:lnTo>
                    <a:pt x="0" y="0"/>
                  </a:lnTo>
                  <a:lnTo>
                    <a:pt x="0" y="320395"/>
                  </a:lnTo>
                  <a:lnTo>
                    <a:pt x="412687" y="320395"/>
                  </a:lnTo>
                  <a:lnTo>
                    <a:pt x="412687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true" flipV="true" rot="0">
              <a:off x="8941076" y="0"/>
              <a:ext cx="412687" cy="320396"/>
            </a:xfrm>
            <a:custGeom>
              <a:avLst/>
              <a:gdLst/>
              <a:ahLst/>
              <a:cxnLst/>
              <a:rect r="r" b="b" t="t" l="l"/>
              <a:pathLst>
                <a:path h="320396" w="412687">
                  <a:moveTo>
                    <a:pt x="412687" y="320396"/>
                  </a:moveTo>
                  <a:lnTo>
                    <a:pt x="0" y="320396"/>
                  </a:lnTo>
                  <a:lnTo>
                    <a:pt x="0" y="0"/>
                  </a:lnTo>
                  <a:lnTo>
                    <a:pt x="412687" y="0"/>
                  </a:lnTo>
                  <a:lnTo>
                    <a:pt x="412687" y="320396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5" id="15"/>
            <p:cNvGrpSpPr/>
            <p:nvPr/>
          </p:nvGrpSpPr>
          <p:grpSpPr>
            <a:xfrm rot="0">
              <a:off x="206344" y="160198"/>
              <a:ext cx="9147420" cy="91474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310462"/>
                    </a:lnTo>
                    <a:lnTo>
                      <a:pt x="657569" y="812800"/>
                    </a:lnTo>
                    <a:lnTo>
                      <a:pt x="155231" y="812800"/>
                    </a:lnTo>
                    <a:lnTo>
                      <a:pt x="0" y="31046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7000" y="2317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-632536">
              <a:off x="5191265" y="3634370"/>
              <a:ext cx="3319699" cy="939100"/>
              <a:chOff x="0" y="0"/>
              <a:chExt cx="812800" cy="22993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229931"/>
              </a:xfrm>
              <a:custGeom>
                <a:avLst/>
                <a:gdLst/>
                <a:ahLst/>
                <a:cxnLst/>
                <a:rect r="r" b="b" t="t" l="l"/>
                <a:pathLst>
                  <a:path h="229931" w="812800">
                    <a:moveTo>
                      <a:pt x="812800" y="0"/>
                    </a:moveTo>
                    <a:lnTo>
                      <a:pt x="0" y="0"/>
                    </a:lnTo>
                    <a:lnTo>
                      <a:pt x="101600" y="114965"/>
                    </a:lnTo>
                    <a:lnTo>
                      <a:pt x="0" y="229931"/>
                    </a:lnTo>
                    <a:lnTo>
                      <a:pt x="812800" y="229931"/>
                    </a:lnTo>
                    <a:lnTo>
                      <a:pt x="711200" y="114965"/>
                    </a:lnTo>
                    <a:lnTo>
                      <a:pt x="8128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88900" y="28575"/>
                <a:ext cx="635000" cy="2013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697763">
              <a:off x="1047118" y="3583535"/>
              <a:ext cx="3319699" cy="939100"/>
              <a:chOff x="0" y="0"/>
              <a:chExt cx="812800" cy="22993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229931"/>
              </a:xfrm>
              <a:custGeom>
                <a:avLst/>
                <a:gdLst/>
                <a:ahLst/>
                <a:cxnLst/>
                <a:rect r="r" b="b" t="t" l="l"/>
                <a:pathLst>
                  <a:path h="229931" w="812800">
                    <a:moveTo>
                      <a:pt x="812800" y="0"/>
                    </a:moveTo>
                    <a:lnTo>
                      <a:pt x="0" y="0"/>
                    </a:lnTo>
                    <a:lnTo>
                      <a:pt x="101600" y="114965"/>
                    </a:lnTo>
                    <a:lnTo>
                      <a:pt x="0" y="229931"/>
                    </a:lnTo>
                    <a:lnTo>
                      <a:pt x="812800" y="229931"/>
                    </a:lnTo>
                    <a:lnTo>
                      <a:pt x="711200" y="114965"/>
                    </a:lnTo>
                    <a:lnTo>
                      <a:pt x="8128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88900" y="28575"/>
                <a:ext cx="635000" cy="2013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1746588" y="2425087"/>
            <a:ext cx="7830954" cy="699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865" indent="-337932" lvl="1">
              <a:lnSpc>
                <a:spcPts val="3099"/>
              </a:lnSpc>
              <a:buFont typeface="Arial"/>
              <a:buChar char="•"/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CONTEXTO</a:t>
            </a:r>
          </a:p>
          <a:p>
            <a:pPr algn="l">
              <a:lnSpc>
                <a:spcPts val="3099"/>
              </a:lnSpc>
            </a:pPr>
          </a:p>
          <a:p>
            <a:pPr algn="l" marL="675865" indent="-337932" lvl="1">
              <a:lnSpc>
                <a:spcPts val="3099"/>
              </a:lnSpc>
              <a:buFont typeface="Arial"/>
              <a:buChar char="•"/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RONDAS</a:t>
            </a:r>
          </a:p>
          <a:p>
            <a:pPr algn="l">
              <a:lnSpc>
                <a:spcPts val="3099"/>
              </a:lnSpc>
            </a:pPr>
          </a:p>
          <a:p>
            <a:pPr algn="l" marL="675865" indent="-337932" lvl="1">
              <a:lnSpc>
                <a:spcPts val="3099"/>
              </a:lnSpc>
              <a:buFont typeface="Arial"/>
              <a:buChar char="•"/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DESAFIO FINAL</a:t>
            </a:r>
          </a:p>
          <a:p>
            <a:pPr algn="l">
              <a:lnSpc>
                <a:spcPts val="3099"/>
              </a:lnSpc>
            </a:pPr>
          </a:p>
          <a:p>
            <a:pPr algn="l" marL="675865" indent="-337932" lvl="1">
              <a:lnSpc>
                <a:spcPts val="3099"/>
              </a:lnSpc>
              <a:buFont typeface="Arial"/>
              <a:buChar char="•"/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FINAIS</a:t>
            </a:r>
          </a:p>
          <a:p>
            <a:pPr algn="l">
              <a:lnSpc>
                <a:spcPts val="3099"/>
              </a:lnSpc>
            </a:pPr>
          </a:p>
          <a:p>
            <a:pPr algn="l" marL="675865" indent="-337932" lvl="1">
              <a:lnSpc>
                <a:spcPts val="3099"/>
              </a:lnSpc>
              <a:buFont typeface="Arial"/>
              <a:buChar char="•"/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CONCEPT ART</a:t>
            </a:r>
          </a:p>
          <a:p>
            <a:pPr algn="l">
              <a:lnSpc>
                <a:spcPts val="3099"/>
              </a:lnSpc>
            </a:pPr>
          </a:p>
          <a:p>
            <a:pPr algn="l" marL="675865" indent="-337932" lvl="1">
              <a:lnSpc>
                <a:spcPts val="3099"/>
              </a:lnSpc>
              <a:buFont typeface="Arial"/>
              <a:buChar char="•"/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HUD</a:t>
            </a:r>
          </a:p>
          <a:p>
            <a:pPr algn="l">
              <a:lnSpc>
                <a:spcPts val="3099"/>
              </a:lnSpc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   </a:t>
            </a:r>
          </a:p>
          <a:p>
            <a:pPr algn="l" marL="675865" indent="-337932" lvl="1">
              <a:lnSpc>
                <a:spcPts val="3099"/>
              </a:lnSpc>
              <a:buFont typeface="Arial"/>
              <a:buChar char="•"/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ASSETS 3D</a:t>
            </a:r>
          </a:p>
          <a:p>
            <a:pPr algn="l">
              <a:lnSpc>
                <a:spcPts val="3099"/>
              </a:lnSpc>
            </a:pPr>
          </a:p>
          <a:p>
            <a:pPr algn="l" marL="675865" indent="-337932" lvl="1">
              <a:lnSpc>
                <a:spcPts val="3099"/>
              </a:lnSpc>
              <a:buFont typeface="Arial"/>
              <a:buChar char="•"/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MAYA 3D: MODELAGEM </a:t>
            </a:r>
          </a:p>
          <a:p>
            <a:pPr algn="l">
              <a:lnSpc>
                <a:spcPts val="3099"/>
              </a:lnSpc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              UV/TEXTURA</a:t>
            </a:r>
          </a:p>
          <a:p>
            <a:pPr algn="l" marL="675865" indent="-337932" lvl="1">
              <a:lnSpc>
                <a:spcPts val="3099"/>
              </a:lnSpc>
              <a:buFont typeface="Arial"/>
              <a:buChar char="•"/>
            </a:pP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MAYA 3D: </a:t>
            </a:r>
            <a:r>
              <a:rPr lang="en-US" sz="3130" spc="3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         RIGGING/ANIMAÇÃO               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2935355" y="6134100"/>
            <a:ext cx="6234545" cy="4114800"/>
          </a:xfrm>
          <a:custGeom>
            <a:avLst/>
            <a:gdLst/>
            <a:ahLst/>
            <a:cxnLst/>
            <a:rect r="r" b="b" t="t" l="l"/>
            <a:pathLst>
              <a:path h="4114800" w="6234545">
                <a:moveTo>
                  <a:pt x="0" y="4114800"/>
                </a:moveTo>
                <a:lnTo>
                  <a:pt x="6234545" y="4114800"/>
                </a:lnTo>
                <a:lnTo>
                  <a:pt x="6234545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26724" y="-984220"/>
            <a:ext cx="4871563" cy="4481838"/>
          </a:xfrm>
          <a:custGeom>
            <a:avLst/>
            <a:gdLst/>
            <a:ahLst/>
            <a:cxnLst/>
            <a:rect r="r" b="b" t="t" l="l"/>
            <a:pathLst>
              <a:path h="4481838" w="4871563">
                <a:moveTo>
                  <a:pt x="0" y="0"/>
                </a:moveTo>
                <a:lnTo>
                  <a:pt x="4871564" y="0"/>
                </a:lnTo>
                <a:lnTo>
                  <a:pt x="4871564" y="4481838"/>
                </a:lnTo>
                <a:lnTo>
                  <a:pt x="0" y="4481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16334" y="579538"/>
            <a:ext cx="2980060" cy="2636102"/>
            <a:chOff x="0" y="0"/>
            <a:chExt cx="3973413" cy="3514802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3973413" cy="3514802"/>
              <a:chOff x="0" y="0"/>
              <a:chExt cx="1608826" cy="142313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608826" cy="1423135"/>
              </a:xfrm>
              <a:custGeom>
                <a:avLst/>
                <a:gdLst/>
                <a:ahLst/>
                <a:cxnLst/>
                <a:rect r="r" b="b" t="t" l="l"/>
                <a:pathLst>
                  <a:path h="1423135" w="1608826">
                    <a:moveTo>
                      <a:pt x="1448806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1263115"/>
                    </a:lnTo>
                    <a:lnTo>
                      <a:pt x="160020" y="1423135"/>
                    </a:lnTo>
                    <a:lnTo>
                      <a:pt x="1448806" y="1423135"/>
                    </a:lnTo>
                    <a:lnTo>
                      <a:pt x="1608826" y="1263115"/>
                    </a:lnTo>
                    <a:lnTo>
                      <a:pt x="1608826" y="160020"/>
                    </a:lnTo>
                    <a:lnTo>
                      <a:pt x="1448806" y="0"/>
                    </a:lnTo>
                    <a:close/>
                  </a:path>
                </a:pathLst>
              </a:custGeom>
              <a:ln w="9525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63500" y="92075"/>
                <a:ext cx="1481826" cy="12675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513480" y="0"/>
              <a:ext cx="1187629" cy="88300"/>
              <a:chOff x="0" y="0"/>
              <a:chExt cx="453506" cy="3371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53506" cy="33718"/>
              </a:xfrm>
              <a:custGeom>
                <a:avLst/>
                <a:gdLst/>
                <a:ahLst/>
                <a:cxnLst/>
                <a:rect r="r" b="b" t="t" l="l"/>
                <a:pathLst>
                  <a:path h="33718" w="453506">
                    <a:moveTo>
                      <a:pt x="0" y="0"/>
                    </a:moveTo>
                    <a:lnTo>
                      <a:pt x="453506" y="0"/>
                    </a:lnTo>
                    <a:lnTo>
                      <a:pt x="453506" y="33718"/>
                    </a:lnTo>
                    <a:lnTo>
                      <a:pt x="0" y="33718"/>
                    </a:lnTo>
                    <a:close/>
                  </a:path>
                </a:pathLst>
              </a:custGeom>
              <a:solidFill>
                <a:srgbClr val="1CC9F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28575"/>
                <a:ext cx="453506" cy="51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557236" y="369667"/>
              <a:ext cx="2858942" cy="2858942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310462"/>
                    </a:lnTo>
                    <a:lnTo>
                      <a:pt x="657569" y="812800"/>
                    </a:lnTo>
                    <a:lnTo>
                      <a:pt x="155231" y="812800"/>
                    </a:lnTo>
                    <a:lnTo>
                      <a:pt x="0" y="31046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27000" y="2317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747658" y="518353"/>
              <a:ext cx="2478096" cy="2561569"/>
              <a:chOff x="0" y="0"/>
              <a:chExt cx="812800" cy="84017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40179"/>
              </a:xfrm>
              <a:custGeom>
                <a:avLst/>
                <a:gdLst/>
                <a:ahLst/>
                <a:cxnLst/>
                <a:rect r="r" b="b" t="t" l="l"/>
                <a:pathLst>
                  <a:path h="840179" w="812800">
                    <a:moveTo>
                      <a:pt x="406400" y="0"/>
                    </a:moveTo>
                    <a:lnTo>
                      <a:pt x="812800" y="320919"/>
                    </a:lnTo>
                    <a:lnTo>
                      <a:pt x="657569" y="840179"/>
                    </a:lnTo>
                    <a:lnTo>
                      <a:pt x="155231" y="840179"/>
                    </a:lnTo>
                    <a:lnTo>
                      <a:pt x="0" y="32091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27000" y="238620"/>
                <a:ext cx="558800" cy="5490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513480" y="395556"/>
              <a:ext cx="719675" cy="3119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84"/>
                </a:lnSpc>
                <a:spcBef>
                  <a:spcPct val="0"/>
                </a:spcBef>
              </a:pPr>
              <a:r>
                <a:rPr lang="en-US" sz="12917" spc="2002">
                  <a:solidFill>
                    <a:srgbClr val="1CC9F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!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340638" y="7253647"/>
            <a:ext cx="2570346" cy="2570346"/>
            <a:chOff x="0" y="0"/>
            <a:chExt cx="3427128" cy="342712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3427128" cy="3427128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310462"/>
                    </a:lnTo>
                    <a:lnTo>
                      <a:pt x="657569" y="812800"/>
                    </a:lnTo>
                    <a:lnTo>
                      <a:pt x="155231" y="812800"/>
                    </a:lnTo>
                    <a:lnTo>
                      <a:pt x="0" y="31046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27000" y="231775"/>
                <a:ext cx="558800" cy="530225"/>
              </a:xfrm>
              <a:prstGeom prst="rect">
                <a:avLst/>
              </a:prstGeom>
            </p:spPr>
            <p:txBody>
              <a:bodyPr anchor="ctr" rtlCol="false" tIns="21832" lIns="21832" bIns="21832" rIns="2183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854893" y="945165"/>
              <a:ext cx="967103" cy="967103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90500" y="219075"/>
                <a:ext cx="431800" cy="403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625282" y="945165"/>
              <a:ext cx="967103" cy="967103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90500" y="219075"/>
                <a:ext cx="431800" cy="403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sp>
        <p:nvSpPr>
          <p:cNvPr name="TextBox 28" id="28"/>
          <p:cNvSpPr txBox="true"/>
          <p:nvPr/>
        </p:nvSpPr>
        <p:spPr>
          <a:xfrm rot="0">
            <a:off x="6257098" y="550385"/>
            <a:ext cx="5381337" cy="96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8266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CONTEXTO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34593" y="2398363"/>
            <a:ext cx="5619219" cy="597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 spc="325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Ao acessar seu computador corporativo, ele recebe orientações sobre segurança cibernética e conhece Scott, uma IA que o ajuda a preparar o sistema. </a:t>
            </a:r>
          </a:p>
          <a:p>
            <a:pPr algn="l">
              <a:lnSpc>
                <a:spcPts val="2940"/>
              </a:lnSpc>
            </a:pPr>
            <a:r>
              <a:rPr lang="en-US" sz="2100" spc="325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Antes de se adaptar, Alfred descobre que o sistema está ameaçado e será necessário construir uma Torre de proteção para os dados e Torres de Backup para copiar os dados da empresa em diferentes lugares.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2032558" y="3402368"/>
            <a:ext cx="6148230" cy="316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6"/>
              </a:lnSpc>
            </a:pPr>
            <a:r>
              <a:rPr lang="en-US" sz="2218" spc="343">
                <a:solidFill>
                  <a:srgbClr val="27A8D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INTRODUÇÃO</a:t>
            </a:r>
          </a:p>
          <a:p>
            <a:pPr algn="ctr">
              <a:lnSpc>
                <a:spcPts val="3106"/>
              </a:lnSpc>
            </a:pPr>
          </a:p>
          <a:p>
            <a:pPr algn="l">
              <a:lnSpc>
                <a:spcPts val="3106"/>
              </a:lnSpc>
            </a:pPr>
            <a:r>
              <a:rPr lang="en-US" sz="2218" spc="34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Alfred começa seu primeiro dia na Novabyte, uma empresa que cuida de dados sensíveis. Sua tarefa principal é manter essas informações seguras contra ameaças digitais</a:t>
            </a:r>
            <a:r>
              <a:rPr lang="en-US" sz="2218" spc="34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666503" y="3906063"/>
            <a:ext cx="6880339" cy="3046309"/>
            <a:chOff x="0" y="0"/>
            <a:chExt cx="2840172" cy="125750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840172" cy="1257502"/>
            </a:xfrm>
            <a:custGeom>
              <a:avLst/>
              <a:gdLst/>
              <a:ahLst/>
              <a:cxnLst/>
              <a:rect r="r" b="b" t="t" l="l"/>
              <a:pathLst>
                <a:path h="1257502" w="2840172">
                  <a:moveTo>
                    <a:pt x="268015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097482"/>
                  </a:lnTo>
                  <a:lnTo>
                    <a:pt x="160020" y="1257502"/>
                  </a:lnTo>
                  <a:lnTo>
                    <a:pt x="2680152" y="1257502"/>
                  </a:lnTo>
                  <a:lnTo>
                    <a:pt x="2840172" y="1097482"/>
                  </a:lnTo>
                  <a:lnTo>
                    <a:pt x="2840172" y="160020"/>
                  </a:lnTo>
                  <a:lnTo>
                    <a:pt x="2680152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63500" y="63500"/>
              <a:ext cx="2713172" cy="1130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947766" y="2735421"/>
            <a:ext cx="6392872" cy="5803399"/>
            <a:chOff x="0" y="0"/>
            <a:chExt cx="1782667" cy="16182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82667" cy="1618291"/>
            </a:xfrm>
            <a:custGeom>
              <a:avLst/>
              <a:gdLst/>
              <a:ahLst/>
              <a:cxnLst/>
              <a:rect r="r" b="b" t="t" l="l"/>
              <a:pathLst>
                <a:path h="1618291" w="1782667">
                  <a:moveTo>
                    <a:pt x="1622647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458271"/>
                  </a:lnTo>
                  <a:lnTo>
                    <a:pt x="160020" y="1618291"/>
                  </a:lnTo>
                  <a:lnTo>
                    <a:pt x="1622647" y="1618291"/>
                  </a:lnTo>
                  <a:lnTo>
                    <a:pt x="1782667" y="1458271"/>
                  </a:lnTo>
                  <a:lnTo>
                    <a:pt x="1782667" y="160020"/>
                  </a:lnTo>
                  <a:lnTo>
                    <a:pt x="1622647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63500" y="63500"/>
              <a:ext cx="1655667" cy="1491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414547" y="2239295"/>
            <a:ext cx="5619219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325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TUTORIAL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6279844" y="-632898"/>
            <a:ext cx="3065526" cy="4114800"/>
          </a:xfrm>
          <a:custGeom>
            <a:avLst/>
            <a:gdLst/>
            <a:ahLst/>
            <a:cxnLst/>
            <a:rect r="r" b="b" t="t" l="l"/>
            <a:pathLst>
              <a:path h="4114800" w="3065526">
                <a:moveTo>
                  <a:pt x="306552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65526" y="0"/>
                </a:lnTo>
                <a:lnTo>
                  <a:pt x="306552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46519" y="6783617"/>
            <a:ext cx="3065526" cy="4114800"/>
          </a:xfrm>
          <a:custGeom>
            <a:avLst/>
            <a:gdLst/>
            <a:ahLst/>
            <a:cxnLst/>
            <a:rect r="r" b="b" t="t" l="l"/>
            <a:pathLst>
              <a:path h="4114800" w="3065526">
                <a:moveTo>
                  <a:pt x="0" y="0"/>
                </a:moveTo>
                <a:lnTo>
                  <a:pt x="3065526" y="0"/>
                </a:lnTo>
                <a:lnTo>
                  <a:pt x="30655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4259" y="103262"/>
            <a:ext cx="17839482" cy="10080476"/>
            <a:chOff x="0" y="0"/>
            <a:chExt cx="23785976" cy="134406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785976" cy="13440635"/>
            </a:xfrm>
            <a:custGeom>
              <a:avLst/>
              <a:gdLst/>
              <a:ahLst/>
              <a:cxnLst/>
              <a:rect r="r" b="b" t="t" l="l"/>
              <a:pathLst>
                <a:path h="13440635" w="23785976">
                  <a:moveTo>
                    <a:pt x="0" y="0"/>
                  </a:moveTo>
                  <a:lnTo>
                    <a:pt x="23785976" y="0"/>
                  </a:lnTo>
                  <a:lnTo>
                    <a:pt x="23785976" y="13440635"/>
                  </a:lnTo>
                  <a:lnTo>
                    <a:pt x="0" y="13440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22764616" y="575379"/>
              <a:ext cx="183237" cy="3073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0"/>
                </a:lnSpc>
                <a:spcBef>
                  <a:spcPct val="0"/>
                </a:spcBef>
              </a:pPr>
              <a:r>
                <a:rPr lang="en-US" sz="1371" spc="21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X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22730504" y="622667"/>
              <a:ext cx="251462" cy="251462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1316">
                  <a:alpha val="12941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7869" y="939600"/>
            <a:ext cx="5301372" cy="4203720"/>
            <a:chOff x="0" y="0"/>
            <a:chExt cx="1478299" cy="11722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8299" cy="1172217"/>
            </a:xfrm>
            <a:custGeom>
              <a:avLst/>
              <a:gdLst/>
              <a:ahLst/>
              <a:cxnLst/>
              <a:rect r="r" b="b" t="t" l="l"/>
              <a:pathLst>
                <a:path h="1172217" w="1478299">
                  <a:moveTo>
                    <a:pt x="13182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012197"/>
                  </a:lnTo>
                  <a:lnTo>
                    <a:pt x="160020" y="1172217"/>
                  </a:lnTo>
                  <a:lnTo>
                    <a:pt x="1318280" y="1172217"/>
                  </a:lnTo>
                  <a:lnTo>
                    <a:pt x="1478299" y="1012197"/>
                  </a:lnTo>
                  <a:lnTo>
                    <a:pt x="1478299" y="160020"/>
                  </a:lnTo>
                  <a:lnTo>
                    <a:pt x="1318280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63500" y="63500"/>
              <a:ext cx="1351299" cy="1045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15641" y="2499403"/>
            <a:ext cx="4792145" cy="391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2100" spc="210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3ª RONDA</a:t>
            </a:r>
          </a:p>
          <a:p>
            <a:pPr algn="just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25 vírus comuns + 5 ameaças fortes.</a:t>
            </a:r>
          </a:p>
          <a:p>
            <a:pPr algn="l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</a:t>
            </a: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caminhos para os inimigos.</a:t>
            </a:r>
          </a:p>
          <a:p>
            <a:pPr algn="l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Puzzles para ganhar pontos de defesa.</a:t>
            </a:r>
          </a:p>
          <a:p>
            <a:pPr algn="l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Falhar </a:t>
            </a: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nos puzzles pode causar desvantagens, como lentidão.</a:t>
            </a:r>
          </a:p>
          <a:p>
            <a:pPr algn="l">
              <a:lnSpc>
                <a:spcPts val="207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5589389"/>
            <a:ext cx="5301372" cy="4203720"/>
            <a:chOff x="0" y="0"/>
            <a:chExt cx="1478299" cy="11722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78299" cy="1172217"/>
            </a:xfrm>
            <a:custGeom>
              <a:avLst/>
              <a:gdLst/>
              <a:ahLst/>
              <a:cxnLst/>
              <a:rect r="r" b="b" t="t" l="l"/>
              <a:pathLst>
                <a:path h="1172217" w="1478299">
                  <a:moveTo>
                    <a:pt x="13182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012197"/>
                  </a:lnTo>
                  <a:lnTo>
                    <a:pt x="160020" y="1172217"/>
                  </a:lnTo>
                  <a:lnTo>
                    <a:pt x="1318280" y="1172217"/>
                  </a:lnTo>
                  <a:lnTo>
                    <a:pt x="1478299" y="1012197"/>
                  </a:lnTo>
                  <a:lnTo>
                    <a:pt x="1478299" y="160020"/>
                  </a:lnTo>
                  <a:lnTo>
                    <a:pt x="1318280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63500" y="63500"/>
              <a:ext cx="1351299" cy="1045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188153" y="5709174"/>
            <a:ext cx="4907525" cy="417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2100" spc="210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5ª RONDA</a:t>
            </a:r>
          </a:p>
          <a:p>
            <a:pPr algn="just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60</a:t>
            </a: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vírus comuns + 8 ameaças fortes.</a:t>
            </a:r>
          </a:p>
          <a:p>
            <a:pPr algn="l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5</a:t>
            </a: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caminhos de ataque.</a:t>
            </a:r>
          </a:p>
          <a:p>
            <a:pPr algn="l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</a:t>
            </a: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ntrodução da Bomba-Relógio (Mini-boss).</a:t>
            </a:r>
          </a:p>
          <a:p>
            <a:pPr algn="l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Bomba-Relógi</a:t>
            </a: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 destrói uma torre ao explodir.</a:t>
            </a:r>
          </a:p>
          <a:p>
            <a:pPr algn="l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</a:t>
            </a: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eparação para a ameaça Zero-Day.</a:t>
            </a:r>
          </a:p>
          <a:p>
            <a:pPr algn="l">
              <a:lnSpc>
                <a:spcPts val="207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1991229" y="1028700"/>
            <a:ext cx="5301372" cy="4203720"/>
            <a:chOff x="0" y="0"/>
            <a:chExt cx="1478299" cy="1172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8299" cy="1172217"/>
            </a:xfrm>
            <a:custGeom>
              <a:avLst/>
              <a:gdLst/>
              <a:ahLst/>
              <a:cxnLst/>
              <a:rect r="r" b="b" t="t" l="l"/>
              <a:pathLst>
                <a:path h="1172217" w="1478299">
                  <a:moveTo>
                    <a:pt x="13182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012197"/>
                  </a:lnTo>
                  <a:lnTo>
                    <a:pt x="160020" y="1172217"/>
                  </a:lnTo>
                  <a:lnTo>
                    <a:pt x="1318280" y="1172217"/>
                  </a:lnTo>
                  <a:lnTo>
                    <a:pt x="1478299" y="1012197"/>
                  </a:lnTo>
                  <a:lnTo>
                    <a:pt x="1478299" y="160020"/>
                  </a:lnTo>
                  <a:lnTo>
                    <a:pt x="1318280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63500" y="63500"/>
              <a:ext cx="1351299" cy="1045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48379" y="5663320"/>
            <a:ext cx="5301372" cy="4203720"/>
            <a:chOff x="0" y="0"/>
            <a:chExt cx="1478299" cy="11722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78299" cy="1172217"/>
            </a:xfrm>
            <a:custGeom>
              <a:avLst/>
              <a:gdLst/>
              <a:ahLst/>
              <a:cxnLst/>
              <a:rect r="r" b="b" t="t" l="l"/>
              <a:pathLst>
                <a:path h="1172217" w="1478299">
                  <a:moveTo>
                    <a:pt x="13182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012197"/>
                  </a:lnTo>
                  <a:lnTo>
                    <a:pt x="160020" y="1172217"/>
                  </a:lnTo>
                  <a:lnTo>
                    <a:pt x="1318280" y="1172217"/>
                  </a:lnTo>
                  <a:lnTo>
                    <a:pt x="1478299" y="1012197"/>
                  </a:lnTo>
                  <a:lnTo>
                    <a:pt x="1478299" y="160020"/>
                  </a:lnTo>
                  <a:lnTo>
                    <a:pt x="1318280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63500" y="63500"/>
              <a:ext cx="1351299" cy="1045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88334" y="2283515"/>
            <a:ext cx="5046758" cy="4203720"/>
            <a:chOff x="0" y="0"/>
            <a:chExt cx="1407300" cy="117221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07300" cy="1172217"/>
            </a:xfrm>
            <a:custGeom>
              <a:avLst/>
              <a:gdLst/>
              <a:ahLst/>
              <a:cxnLst/>
              <a:rect r="r" b="b" t="t" l="l"/>
              <a:pathLst>
                <a:path h="1172217" w="1407300">
                  <a:moveTo>
                    <a:pt x="12472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012197"/>
                  </a:lnTo>
                  <a:lnTo>
                    <a:pt x="160020" y="1172217"/>
                  </a:lnTo>
                  <a:lnTo>
                    <a:pt x="1247280" y="1172217"/>
                  </a:lnTo>
                  <a:lnTo>
                    <a:pt x="1407300" y="1012197"/>
                  </a:lnTo>
                  <a:lnTo>
                    <a:pt x="1407300" y="160020"/>
                  </a:lnTo>
                  <a:lnTo>
                    <a:pt x="1247280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63500" y="63500"/>
              <a:ext cx="1280300" cy="1045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997284" y="1105027"/>
            <a:ext cx="4293433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9"/>
              </a:lnSpc>
            </a:pPr>
            <a:r>
              <a:rPr lang="en-US" sz="8240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RONDAS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4793" y="1285875"/>
            <a:ext cx="4907525" cy="3656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2100" spc="210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1ª RONDA</a:t>
            </a:r>
          </a:p>
          <a:p>
            <a:pPr algn="just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10–15 vírus 1, 2 e 3, fracos.</a:t>
            </a:r>
          </a:p>
          <a:p>
            <a:pPr algn="l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Vírus tipo 2 atordoa o jogador.</a:t>
            </a:r>
          </a:p>
          <a:p>
            <a:pPr algn="l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Introdução às ameaças e às torres de defesa.</a:t>
            </a:r>
          </a:p>
          <a:p>
            <a:pPr algn="l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Pontos ganhos com ronda + puzzles, usados para reparar ou construir torres.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153283" y="5936951"/>
            <a:ext cx="4990545" cy="3656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2100" spc="210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4ª RONDA</a:t>
            </a:r>
          </a:p>
          <a:p>
            <a:pPr algn="just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45 vírus comuns + 6 ameaças fortes.</a:t>
            </a:r>
          </a:p>
          <a:p>
            <a:pPr algn="l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4 </a:t>
            </a: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caminhos para os inimigos.</a:t>
            </a:r>
          </a:p>
          <a:p>
            <a:pPr algn="l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Torres podem ficar mais resistentes e eficientes.</a:t>
            </a:r>
          </a:p>
          <a:p>
            <a:pPr algn="l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Aumentar o ataque e velocidade dos antivírus com pontos de defesa.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-946519" y="6783617"/>
            <a:ext cx="3065526" cy="4114800"/>
          </a:xfrm>
          <a:custGeom>
            <a:avLst/>
            <a:gdLst/>
            <a:ahLst/>
            <a:cxnLst/>
            <a:rect r="r" b="b" t="t" l="l"/>
            <a:pathLst>
              <a:path h="4114800" w="3065526">
                <a:moveTo>
                  <a:pt x="0" y="0"/>
                </a:moveTo>
                <a:lnTo>
                  <a:pt x="3065526" y="0"/>
                </a:lnTo>
                <a:lnTo>
                  <a:pt x="30655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true" rot="0">
            <a:off x="16279844" y="-632898"/>
            <a:ext cx="3065526" cy="4114800"/>
          </a:xfrm>
          <a:custGeom>
            <a:avLst/>
            <a:gdLst/>
            <a:ahLst/>
            <a:cxnLst/>
            <a:rect r="r" b="b" t="t" l="l"/>
            <a:pathLst>
              <a:path h="4114800" w="3065526">
                <a:moveTo>
                  <a:pt x="306552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65526" y="0"/>
                </a:lnTo>
                <a:lnTo>
                  <a:pt x="306552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7169743" y="6692616"/>
            <a:ext cx="3584900" cy="3100493"/>
            <a:chOff x="0" y="0"/>
            <a:chExt cx="4779866" cy="4133991"/>
          </a:xfrm>
        </p:grpSpPr>
        <p:grpSp>
          <p:nvGrpSpPr>
            <p:cNvPr name="Group 25" id="25"/>
            <p:cNvGrpSpPr/>
            <p:nvPr/>
          </p:nvGrpSpPr>
          <p:grpSpPr>
            <a:xfrm rot="2134304">
              <a:off x="861599" y="705985"/>
              <a:ext cx="443521" cy="959606"/>
              <a:chOff x="0" y="0"/>
              <a:chExt cx="375669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7566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75669">
                    <a:moveTo>
                      <a:pt x="187834" y="0"/>
                    </a:moveTo>
                    <a:cubicBezTo>
                      <a:pt x="84096" y="0"/>
                      <a:pt x="0" y="181951"/>
                      <a:pt x="0" y="406400"/>
                    </a:cubicBezTo>
                    <a:cubicBezTo>
                      <a:pt x="0" y="630849"/>
                      <a:pt x="84096" y="812800"/>
                      <a:pt x="187834" y="812800"/>
                    </a:cubicBezTo>
                    <a:cubicBezTo>
                      <a:pt x="291572" y="812800"/>
                      <a:pt x="375669" y="630849"/>
                      <a:pt x="375669" y="406400"/>
                    </a:cubicBezTo>
                    <a:cubicBezTo>
                      <a:pt x="375669" y="181951"/>
                      <a:pt x="291572" y="0"/>
                      <a:pt x="187834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5715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35219" y="104775"/>
                <a:ext cx="305231" cy="631825"/>
              </a:xfrm>
              <a:prstGeom prst="rect">
                <a:avLst/>
              </a:prstGeom>
            </p:spPr>
            <p:txBody>
              <a:bodyPr anchor="ctr" rtlCol="false" tIns="43059" lIns="43059" bIns="43059" rIns="43059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566492" y="0"/>
              <a:ext cx="443521" cy="959606"/>
              <a:chOff x="0" y="0"/>
              <a:chExt cx="375669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37566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75669">
                    <a:moveTo>
                      <a:pt x="187834" y="0"/>
                    </a:moveTo>
                    <a:cubicBezTo>
                      <a:pt x="84096" y="0"/>
                      <a:pt x="0" y="181951"/>
                      <a:pt x="0" y="406400"/>
                    </a:cubicBezTo>
                    <a:cubicBezTo>
                      <a:pt x="0" y="630849"/>
                      <a:pt x="84096" y="812800"/>
                      <a:pt x="187834" y="812800"/>
                    </a:cubicBezTo>
                    <a:cubicBezTo>
                      <a:pt x="291572" y="812800"/>
                      <a:pt x="375669" y="630849"/>
                      <a:pt x="375669" y="406400"/>
                    </a:cubicBezTo>
                    <a:cubicBezTo>
                      <a:pt x="375669" y="181951"/>
                      <a:pt x="291572" y="0"/>
                      <a:pt x="187834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5715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35219" y="104775"/>
                <a:ext cx="305231" cy="631825"/>
              </a:xfrm>
              <a:prstGeom prst="rect">
                <a:avLst/>
              </a:prstGeom>
            </p:spPr>
            <p:txBody>
              <a:bodyPr anchor="ctr" rtlCol="false" tIns="43059" lIns="43059" bIns="43059" rIns="43059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10387942">
              <a:off x="73146" y="541030"/>
              <a:ext cx="1101450" cy="1289516"/>
              <a:chOff x="0" y="0"/>
              <a:chExt cx="694259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9425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4259">
                    <a:moveTo>
                      <a:pt x="347130" y="0"/>
                    </a:moveTo>
                    <a:cubicBezTo>
                      <a:pt x="155415" y="0"/>
                      <a:pt x="0" y="181951"/>
                      <a:pt x="0" y="406400"/>
                    </a:cubicBezTo>
                    <a:cubicBezTo>
                      <a:pt x="0" y="630849"/>
                      <a:pt x="155415" y="812800"/>
                      <a:pt x="347130" y="812800"/>
                    </a:cubicBezTo>
                    <a:cubicBezTo>
                      <a:pt x="538844" y="812800"/>
                      <a:pt x="694259" y="630849"/>
                      <a:pt x="694259" y="406400"/>
                    </a:cubicBezTo>
                    <a:cubicBezTo>
                      <a:pt x="694259" y="181951"/>
                      <a:pt x="538844" y="0"/>
                      <a:pt x="347130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5715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65087" y="104775"/>
                <a:ext cx="564085" cy="631825"/>
              </a:xfrm>
              <a:prstGeom prst="rect">
                <a:avLst/>
              </a:prstGeom>
            </p:spPr>
            <p:txBody>
              <a:bodyPr anchor="ctr" rtlCol="false" tIns="43059" lIns="43059" bIns="43059" rIns="43059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255177" y="609301"/>
              <a:ext cx="3524689" cy="3524689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310462"/>
                    </a:lnTo>
                    <a:lnTo>
                      <a:pt x="657569" y="812800"/>
                    </a:lnTo>
                    <a:lnTo>
                      <a:pt x="155231" y="812800"/>
                    </a:lnTo>
                    <a:lnTo>
                      <a:pt x="0" y="31046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5715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27000" y="231775"/>
                <a:ext cx="558800" cy="530225"/>
              </a:xfrm>
              <a:prstGeom prst="rect">
                <a:avLst/>
              </a:prstGeom>
            </p:spPr>
            <p:txBody>
              <a:bodyPr anchor="ctr" rtlCol="false" tIns="19574" lIns="19574" bIns="19574" rIns="19574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411043">
              <a:off x="3149313" y="1812812"/>
              <a:ext cx="1279148" cy="177422"/>
              <a:chOff x="0" y="0"/>
              <a:chExt cx="812800" cy="112738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112738"/>
              </a:xfrm>
              <a:custGeom>
                <a:avLst/>
                <a:gdLst/>
                <a:ahLst/>
                <a:cxnLst/>
                <a:rect r="r" b="b" t="t" l="l"/>
                <a:pathLst>
                  <a:path h="112738" w="812800">
                    <a:moveTo>
                      <a:pt x="812800" y="0"/>
                    </a:moveTo>
                    <a:lnTo>
                      <a:pt x="0" y="0"/>
                    </a:lnTo>
                    <a:lnTo>
                      <a:pt x="101600" y="56369"/>
                    </a:lnTo>
                    <a:lnTo>
                      <a:pt x="0" y="112738"/>
                    </a:lnTo>
                    <a:lnTo>
                      <a:pt x="812800" y="112738"/>
                    </a:lnTo>
                    <a:lnTo>
                      <a:pt x="711200" y="56369"/>
                    </a:lnTo>
                    <a:lnTo>
                      <a:pt x="8128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28575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88900" y="28575"/>
                <a:ext cx="635000" cy="84163"/>
              </a:xfrm>
              <a:prstGeom prst="rect">
                <a:avLst/>
              </a:prstGeom>
            </p:spPr>
            <p:txBody>
              <a:bodyPr anchor="ctr" rtlCol="false" tIns="19574" lIns="19574" bIns="19574" rIns="19574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-347290">
              <a:off x="1606642" y="1810414"/>
              <a:ext cx="1279148" cy="185181"/>
              <a:chOff x="0" y="0"/>
              <a:chExt cx="812800" cy="117668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117668"/>
              </a:xfrm>
              <a:custGeom>
                <a:avLst/>
                <a:gdLst/>
                <a:ahLst/>
                <a:cxnLst/>
                <a:rect r="r" b="b" t="t" l="l"/>
                <a:pathLst>
                  <a:path h="117668" w="812800">
                    <a:moveTo>
                      <a:pt x="812800" y="0"/>
                    </a:moveTo>
                    <a:lnTo>
                      <a:pt x="0" y="0"/>
                    </a:lnTo>
                    <a:lnTo>
                      <a:pt x="101600" y="58834"/>
                    </a:lnTo>
                    <a:lnTo>
                      <a:pt x="0" y="117668"/>
                    </a:lnTo>
                    <a:lnTo>
                      <a:pt x="812800" y="117668"/>
                    </a:lnTo>
                    <a:lnTo>
                      <a:pt x="711200" y="58834"/>
                    </a:lnTo>
                    <a:lnTo>
                      <a:pt x="8128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28575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88900" y="28575"/>
                <a:ext cx="635000" cy="89093"/>
              </a:xfrm>
              <a:prstGeom prst="rect">
                <a:avLst/>
              </a:prstGeom>
            </p:spPr>
            <p:txBody>
              <a:bodyPr anchor="ctr" rtlCol="false" tIns="19574" lIns="19574" bIns="19574" rIns="19574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  <p:sp>
          <p:nvSpPr>
            <p:cNvPr name="AutoShape 43" id="43"/>
            <p:cNvSpPr/>
            <p:nvPr/>
          </p:nvSpPr>
          <p:spPr>
            <a:xfrm flipV="true">
              <a:off x="2444571" y="2839134"/>
              <a:ext cx="1145902" cy="0"/>
            </a:xfrm>
            <a:prstGeom prst="line">
              <a:avLst/>
            </a:prstGeom>
            <a:ln cap="flat" w="50800">
              <a:solidFill>
                <a:srgbClr val="20E5F6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4" id="44"/>
            <p:cNvGrpSpPr/>
            <p:nvPr/>
          </p:nvGrpSpPr>
          <p:grpSpPr>
            <a:xfrm rot="0">
              <a:off x="2361463" y="2570526"/>
              <a:ext cx="1229009" cy="537217"/>
              <a:chOff x="0" y="0"/>
              <a:chExt cx="95215" cy="4162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95215" cy="41620"/>
              </a:xfrm>
              <a:custGeom>
                <a:avLst/>
                <a:gdLst/>
                <a:ahLst/>
                <a:cxnLst/>
                <a:rect r="r" b="b" t="t" l="l"/>
                <a:pathLst>
                  <a:path h="41620" w="95215">
                    <a:moveTo>
                      <a:pt x="0" y="0"/>
                    </a:moveTo>
                    <a:lnTo>
                      <a:pt x="95215" y="0"/>
                    </a:lnTo>
                    <a:lnTo>
                      <a:pt x="95215" y="41620"/>
                    </a:lnTo>
                    <a:lnTo>
                      <a:pt x="0" y="41620"/>
                    </a:lnTo>
                    <a:close/>
                  </a:path>
                </a:pathLst>
              </a:custGeom>
              <a:solidFill>
                <a:srgbClr val="020202"/>
              </a:solidFill>
              <a:ln w="5715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28575"/>
                <a:ext cx="95215" cy="13045"/>
              </a:xfrm>
              <a:prstGeom prst="rect">
                <a:avLst/>
              </a:prstGeom>
            </p:spPr>
            <p:txBody>
              <a:bodyPr anchor="ctr" rtlCol="false" tIns="43474" lIns="43474" bIns="43474" rIns="43474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</p:grpSp>
      <p:sp>
        <p:nvSpPr>
          <p:cNvPr name="TextBox 47" id="47"/>
          <p:cNvSpPr txBox="true"/>
          <p:nvPr/>
        </p:nvSpPr>
        <p:spPr>
          <a:xfrm rot="0">
            <a:off x="12188153" y="1357827"/>
            <a:ext cx="4907525" cy="339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2100" spc="210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2ª RONDA</a:t>
            </a:r>
          </a:p>
          <a:p>
            <a:pPr algn="just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20 vírus comuns + 3 ameaças fortes.</a:t>
            </a:r>
          </a:p>
          <a:p>
            <a:pPr algn="l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Novas habilidades e fraquezas dos inimigos, apresentadas por Scott.</a:t>
            </a:r>
          </a:p>
          <a:p>
            <a:pPr algn="l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 caminhos de ataque.</a:t>
            </a:r>
          </a:p>
          <a:p>
            <a:pPr algn="l">
              <a:lnSpc>
                <a:spcPts val="2079"/>
              </a:lnSpc>
            </a:pPr>
          </a:p>
          <a:p>
            <a:pPr algn="l" marL="453390" indent="-226695" lvl="1">
              <a:lnSpc>
                <a:spcPts val="2079"/>
              </a:lnSpc>
              <a:buFont typeface="Arial"/>
              <a:buChar char="•"/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Puzzles para ganhar pontos de defesa.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76289" y="2074250"/>
            <a:ext cx="6935423" cy="7005477"/>
          </a:xfrm>
          <a:custGeom>
            <a:avLst/>
            <a:gdLst/>
            <a:ahLst/>
            <a:cxnLst/>
            <a:rect r="r" b="b" t="t" l="l"/>
            <a:pathLst>
              <a:path h="7005477" w="6935423">
                <a:moveTo>
                  <a:pt x="0" y="0"/>
                </a:moveTo>
                <a:lnTo>
                  <a:pt x="6935422" y="0"/>
                </a:lnTo>
                <a:lnTo>
                  <a:pt x="6935422" y="7005478"/>
                </a:lnTo>
                <a:lnTo>
                  <a:pt x="0" y="7005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43823" y="3105823"/>
            <a:ext cx="9800354" cy="4942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2100" spc="210">
                <a:solidFill>
                  <a:srgbClr val="20E5F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ZERO-DAY </a:t>
            </a:r>
          </a:p>
          <a:p>
            <a:pPr algn="just">
              <a:lnSpc>
                <a:spcPts val="2079"/>
              </a:lnSpc>
            </a:pPr>
          </a:p>
          <a:p>
            <a:pPr algn="just">
              <a:lnSpc>
                <a:spcPts val="2079"/>
              </a:lnSpc>
            </a:pPr>
          </a:p>
          <a:p>
            <a:pPr algn="just">
              <a:lnSpc>
                <a:spcPts val="2079"/>
              </a:lnSpc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Após a Quinta Ronda, surge o inimigo Zero-Day, iniciando um desafio decisivo que depende exclusivamente do jogador.</a:t>
            </a:r>
          </a:p>
          <a:p>
            <a:pPr algn="just">
              <a:lnSpc>
                <a:spcPts val="2079"/>
              </a:lnSpc>
            </a:pPr>
          </a:p>
          <a:p>
            <a:pPr algn="just">
              <a:lnSpc>
                <a:spcPts val="2079"/>
              </a:lnSpc>
            </a:pPr>
          </a:p>
          <a:p>
            <a:pPr algn="just">
              <a:lnSpc>
                <a:spcPts val="2079"/>
              </a:lnSpc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Objetivo: completar 3 puzzles em sequência dentro do tempo limite:</a:t>
            </a:r>
          </a:p>
          <a:p>
            <a:pPr algn="just">
              <a:lnSpc>
                <a:spcPts val="2079"/>
              </a:lnSpc>
            </a:pPr>
          </a:p>
          <a:p>
            <a:pPr algn="just">
              <a:lnSpc>
                <a:spcPts val="2079"/>
              </a:lnSpc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1- </a:t>
            </a: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Quick Time Event — pressionar F no momento correto e atingir a pontuação mínima.</a:t>
            </a:r>
          </a:p>
          <a:p>
            <a:pPr algn="just">
              <a:lnSpc>
                <a:spcPts val="2079"/>
              </a:lnSpc>
            </a:pPr>
          </a:p>
          <a:p>
            <a:pPr algn="just">
              <a:lnSpc>
                <a:spcPts val="2079"/>
              </a:lnSpc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2- </a:t>
            </a: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Ligar os Pontos — conectar os pontos correspondentes para avançar.</a:t>
            </a:r>
          </a:p>
          <a:p>
            <a:pPr algn="just">
              <a:lnSpc>
                <a:spcPts val="2079"/>
              </a:lnSpc>
            </a:pPr>
          </a:p>
          <a:p>
            <a:pPr algn="just">
              <a:lnSpc>
                <a:spcPts val="2079"/>
              </a:lnSpc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3- </a:t>
            </a: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Pac-Man — coletar 5 caixas (torres de backup), evitando bugs que causam paralisia, e chegar à Torre Principal.</a:t>
            </a:r>
          </a:p>
          <a:p>
            <a:pPr algn="just">
              <a:lnSpc>
                <a:spcPts val="207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-347178" y="6739438"/>
            <a:ext cx="4022015" cy="3700253"/>
          </a:xfrm>
          <a:custGeom>
            <a:avLst/>
            <a:gdLst/>
            <a:ahLst/>
            <a:cxnLst/>
            <a:rect r="r" b="b" t="t" l="l"/>
            <a:pathLst>
              <a:path h="3700253" w="4022015">
                <a:moveTo>
                  <a:pt x="0" y="0"/>
                </a:moveTo>
                <a:lnTo>
                  <a:pt x="4022014" y="0"/>
                </a:lnTo>
                <a:lnTo>
                  <a:pt x="4022014" y="3700254"/>
                </a:lnTo>
                <a:lnTo>
                  <a:pt x="0" y="370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26724" y="-984220"/>
            <a:ext cx="4871563" cy="4481838"/>
          </a:xfrm>
          <a:custGeom>
            <a:avLst/>
            <a:gdLst/>
            <a:ahLst/>
            <a:cxnLst/>
            <a:rect r="r" b="b" t="t" l="l"/>
            <a:pathLst>
              <a:path h="4481838" w="4871563">
                <a:moveTo>
                  <a:pt x="0" y="0"/>
                </a:moveTo>
                <a:lnTo>
                  <a:pt x="4871564" y="0"/>
                </a:lnTo>
                <a:lnTo>
                  <a:pt x="4871564" y="4481838"/>
                </a:lnTo>
                <a:lnTo>
                  <a:pt x="0" y="4481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87924" y="919270"/>
            <a:ext cx="7112151" cy="115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9"/>
              </a:lnSpc>
            </a:pPr>
            <a:r>
              <a:rPr lang="en-US" sz="8240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DESAFIO FINAL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226652" y="3608170"/>
            <a:ext cx="12535854" cy="4570117"/>
            <a:chOff x="0" y="0"/>
            <a:chExt cx="2070552" cy="754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0552" cy="754848"/>
            </a:xfrm>
            <a:custGeom>
              <a:avLst/>
              <a:gdLst/>
              <a:ahLst/>
              <a:cxnLst/>
              <a:rect r="r" b="b" t="t" l="l"/>
              <a:pathLst>
                <a:path h="754848" w="2070552">
                  <a:moveTo>
                    <a:pt x="1910532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594828"/>
                  </a:lnTo>
                  <a:lnTo>
                    <a:pt x="160020" y="754848"/>
                  </a:lnTo>
                  <a:lnTo>
                    <a:pt x="1910532" y="754848"/>
                  </a:lnTo>
                  <a:lnTo>
                    <a:pt x="2070552" y="594828"/>
                  </a:lnTo>
                  <a:lnTo>
                    <a:pt x="2070552" y="160020"/>
                  </a:lnTo>
                  <a:lnTo>
                    <a:pt x="1910532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63500" y="63500"/>
              <a:ext cx="1943552" cy="627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67673" y="53900"/>
            <a:ext cx="6234545" cy="4114800"/>
          </a:xfrm>
          <a:custGeom>
            <a:avLst/>
            <a:gdLst/>
            <a:ahLst/>
            <a:cxnLst/>
            <a:rect r="r" b="b" t="t" l="l"/>
            <a:pathLst>
              <a:path h="4114800" w="6234545">
                <a:moveTo>
                  <a:pt x="0" y="0"/>
                </a:moveTo>
                <a:lnTo>
                  <a:pt x="6234546" y="0"/>
                </a:lnTo>
                <a:lnTo>
                  <a:pt x="62345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376755" y="64441"/>
            <a:ext cx="6234545" cy="4114800"/>
          </a:xfrm>
          <a:custGeom>
            <a:avLst/>
            <a:gdLst/>
            <a:ahLst/>
            <a:cxnLst/>
            <a:rect r="r" b="b" t="t" l="l"/>
            <a:pathLst>
              <a:path h="4114800" w="6234545">
                <a:moveTo>
                  <a:pt x="6234545" y="0"/>
                </a:moveTo>
                <a:lnTo>
                  <a:pt x="0" y="0"/>
                </a:lnTo>
                <a:lnTo>
                  <a:pt x="0" y="4114800"/>
                </a:lnTo>
                <a:lnTo>
                  <a:pt x="6234545" y="4114800"/>
                </a:lnTo>
                <a:lnTo>
                  <a:pt x="62345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76289" y="2074250"/>
            <a:ext cx="6935423" cy="7005477"/>
          </a:xfrm>
          <a:custGeom>
            <a:avLst/>
            <a:gdLst/>
            <a:ahLst/>
            <a:cxnLst/>
            <a:rect r="r" b="b" t="t" l="l"/>
            <a:pathLst>
              <a:path h="7005477" w="6935423">
                <a:moveTo>
                  <a:pt x="0" y="0"/>
                </a:moveTo>
                <a:lnTo>
                  <a:pt x="6935422" y="0"/>
                </a:lnTo>
                <a:lnTo>
                  <a:pt x="6935422" y="7005478"/>
                </a:lnTo>
                <a:lnTo>
                  <a:pt x="0" y="70054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43823" y="3105823"/>
            <a:ext cx="9800354" cy="4942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2100" spc="210">
                <a:solidFill>
                  <a:srgbClr val="20E5F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ZERO-DAY </a:t>
            </a:r>
          </a:p>
          <a:p>
            <a:pPr algn="just">
              <a:lnSpc>
                <a:spcPts val="2079"/>
              </a:lnSpc>
            </a:pPr>
          </a:p>
          <a:p>
            <a:pPr algn="just">
              <a:lnSpc>
                <a:spcPts val="2079"/>
              </a:lnSpc>
            </a:pPr>
          </a:p>
          <a:p>
            <a:pPr algn="just">
              <a:lnSpc>
                <a:spcPts val="2079"/>
              </a:lnSpc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Após a Quinta Ronda, surge o inimigo Zero-Day, iniciando um desafio decisivo que depende exclusivamente do jogador.</a:t>
            </a:r>
          </a:p>
          <a:p>
            <a:pPr algn="just">
              <a:lnSpc>
                <a:spcPts val="2079"/>
              </a:lnSpc>
            </a:pPr>
          </a:p>
          <a:p>
            <a:pPr algn="just">
              <a:lnSpc>
                <a:spcPts val="2079"/>
              </a:lnSpc>
            </a:pPr>
          </a:p>
          <a:p>
            <a:pPr algn="just">
              <a:lnSpc>
                <a:spcPts val="2079"/>
              </a:lnSpc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Objetivo: completar 3 puzzles em sequência dentro do tempo limite:</a:t>
            </a:r>
          </a:p>
          <a:p>
            <a:pPr algn="just">
              <a:lnSpc>
                <a:spcPts val="2079"/>
              </a:lnSpc>
            </a:pPr>
          </a:p>
          <a:p>
            <a:pPr algn="just">
              <a:lnSpc>
                <a:spcPts val="2079"/>
              </a:lnSpc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1- </a:t>
            </a: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Quick Time Event — pressionar F no momento correto e atingir a pontuação mínima.</a:t>
            </a:r>
          </a:p>
          <a:p>
            <a:pPr algn="just">
              <a:lnSpc>
                <a:spcPts val="2079"/>
              </a:lnSpc>
            </a:pPr>
          </a:p>
          <a:p>
            <a:pPr algn="just">
              <a:lnSpc>
                <a:spcPts val="2079"/>
              </a:lnSpc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2- </a:t>
            </a: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Ligar os Pontos — conectar os pontos correspondentes para avançar.</a:t>
            </a:r>
          </a:p>
          <a:p>
            <a:pPr algn="just">
              <a:lnSpc>
                <a:spcPts val="2079"/>
              </a:lnSpc>
            </a:pPr>
          </a:p>
          <a:p>
            <a:pPr algn="just">
              <a:lnSpc>
                <a:spcPts val="2079"/>
              </a:lnSpc>
            </a:pP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3- </a:t>
            </a:r>
            <a:r>
              <a:rPr lang="en-US" sz="2100" spc="21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Pac-Man — coletar 5 caixas (torres de backup), evitando bugs que causam paralisia, e chegar à Torre Principal.</a:t>
            </a:r>
          </a:p>
          <a:p>
            <a:pPr algn="just">
              <a:lnSpc>
                <a:spcPts val="20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587924" y="832079"/>
            <a:ext cx="7112151" cy="115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9"/>
              </a:lnSpc>
            </a:pPr>
            <a:r>
              <a:rPr lang="en-US" sz="8240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DESAFIO FINAL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30669" y="452700"/>
            <a:ext cx="16626661" cy="9381600"/>
            <a:chOff x="0" y="0"/>
            <a:chExt cx="22168881" cy="1250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68881" cy="12508800"/>
            </a:xfrm>
            <a:custGeom>
              <a:avLst/>
              <a:gdLst/>
              <a:ahLst/>
              <a:cxnLst/>
              <a:rect r="r" b="b" t="t" l="l"/>
              <a:pathLst>
                <a:path h="12508800" w="22168881">
                  <a:moveTo>
                    <a:pt x="0" y="0"/>
                  </a:moveTo>
                  <a:lnTo>
                    <a:pt x="22168881" y="0"/>
                  </a:lnTo>
                  <a:lnTo>
                    <a:pt x="22168881" y="12508800"/>
                  </a:lnTo>
                  <a:lnTo>
                    <a:pt x="0" y="1250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1590289" y="338250"/>
              <a:ext cx="183237" cy="3073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0"/>
                </a:lnSpc>
                <a:spcBef>
                  <a:spcPct val="0"/>
                </a:spcBef>
              </a:pPr>
              <a:r>
                <a:rPr lang="en-US" sz="1371" spc="21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X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1556177" y="385539"/>
              <a:ext cx="251462" cy="251462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1316">
                  <a:alpha val="12941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8791716" y="12028969"/>
              <a:ext cx="885156" cy="471787"/>
              <a:chOff x="0" y="0"/>
              <a:chExt cx="174846" cy="9319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4846" cy="93192"/>
              </a:xfrm>
              <a:custGeom>
                <a:avLst/>
                <a:gdLst/>
                <a:ahLst/>
                <a:cxnLst/>
                <a:rect r="r" b="b" t="t" l="l"/>
                <a:pathLst>
                  <a:path h="93192" w="174846">
                    <a:moveTo>
                      <a:pt x="0" y="0"/>
                    </a:moveTo>
                    <a:lnTo>
                      <a:pt x="174846" y="0"/>
                    </a:lnTo>
                    <a:lnTo>
                      <a:pt x="174846" y="93192"/>
                    </a:lnTo>
                    <a:lnTo>
                      <a:pt x="0" y="9319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28575"/>
                <a:ext cx="174846" cy="64617"/>
              </a:xfrm>
              <a:prstGeom prst="rect">
                <a:avLst/>
              </a:prstGeom>
            </p:spPr>
            <p:txBody>
              <a:bodyPr anchor="ctr" rtlCol="false" tIns="831265" lIns="831265" bIns="831265" rIns="831265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8830119" y="12174619"/>
              <a:ext cx="808350" cy="253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29"/>
                </a:lnSpc>
              </a:pPr>
              <a:r>
                <a:rPr lang="en-US" sz="116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Bloqueia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42162" y="5143500"/>
            <a:ext cx="6522541" cy="4649609"/>
            <a:chOff x="0" y="0"/>
            <a:chExt cx="1818825" cy="12965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8825" cy="1296554"/>
            </a:xfrm>
            <a:custGeom>
              <a:avLst/>
              <a:gdLst/>
              <a:ahLst/>
              <a:cxnLst/>
              <a:rect r="r" b="b" t="t" l="l"/>
              <a:pathLst>
                <a:path h="1296554" w="1818825">
                  <a:moveTo>
                    <a:pt x="1658805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136534"/>
                  </a:lnTo>
                  <a:lnTo>
                    <a:pt x="160020" y="1296554"/>
                  </a:lnTo>
                  <a:lnTo>
                    <a:pt x="1658805" y="1296554"/>
                  </a:lnTo>
                  <a:lnTo>
                    <a:pt x="1818825" y="1136534"/>
                  </a:lnTo>
                  <a:lnTo>
                    <a:pt x="1818825" y="160020"/>
                  </a:lnTo>
                  <a:lnTo>
                    <a:pt x="1658805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63500" y="63500"/>
              <a:ext cx="1691825" cy="116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803300" y="1741763"/>
            <a:ext cx="6737028" cy="3150628"/>
            <a:chOff x="0" y="0"/>
            <a:chExt cx="1878635" cy="878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78635" cy="878560"/>
            </a:xfrm>
            <a:custGeom>
              <a:avLst/>
              <a:gdLst/>
              <a:ahLst/>
              <a:cxnLst/>
              <a:rect r="r" b="b" t="t" l="l"/>
              <a:pathLst>
                <a:path h="878560" w="1878635">
                  <a:moveTo>
                    <a:pt x="1718615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718540"/>
                  </a:lnTo>
                  <a:lnTo>
                    <a:pt x="160020" y="878560"/>
                  </a:lnTo>
                  <a:lnTo>
                    <a:pt x="1718615" y="878560"/>
                  </a:lnTo>
                  <a:lnTo>
                    <a:pt x="1878635" y="718540"/>
                  </a:lnTo>
                  <a:lnTo>
                    <a:pt x="1878635" y="160020"/>
                  </a:lnTo>
                  <a:lnTo>
                    <a:pt x="1718615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63500" y="63500"/>
              <a:ext cx="1751635" cy="751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18548" y="5143500"/>
            <a:ext cx="6666648" cy="4649609"/>
            <a:chOff x="0" y="0"/>
            <a:chExt cx="1859010" cy="12965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59010" cy="1296554"/>
            </a:xfrm>
            <a:custGeom>
              <a:avLst/>
              <a:gdLst/>
              <a:ahLst/>
              <a:cxnLst/>
              <a:rect r="r" b="b" t="t" l="l"/>
              <a:pathLst>
                <a:path h="1296554" w="1859010">
                  <a:moveTo>
                    <a:pt x="169899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136534"/>
                  </a:lnTo>
                  <a:lnTo>
                    <a:pt x="160020" y="1296554"/>
                  </a:lnTo>
                  <a:lnTo>
                    <a:pt x="1698990" y="1296554"/>
                  </a:lnTo>
                  <a:lnTo>
                    <a:pt x="1859010" y="1136534"/>
                  </a:lnTo>
                  <a:lnTo>
                    <a:pt x="1859010" y="160020"/>
                  </a:lnTo>
                  <a:lnTo>
                    <a:pt x="1698990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63500" y="63500"/>
              <a:ext cx="1732010" cy="116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5376755" y="64441"/>
            <a:ext cx="6234545" cy="4114800"/>
          </a:xfrm>
          <a:custGeom>
            <a:avLst/>
            <a:gdLst/>
            <a:ahLst/>
            <a:cxnLst/>
            <a:rect r="r" b="b" t="t" l="l"/>
            <a:pathLst>
              <a:path h="4114800" w="6234545">
                <a:moveTo>
                  <a:pt x="6234545" y="0"/>
                </a:moveTo>
                <a:lnTo>
                  <a:pt x="0" y="0"/>
                </a:lnTo>
                <a:lnTo>
                  <a:pt x="0" y="4114800"/>
                </a:lnTo>
                <a:lnTo>
                  <a:pt x="6234545" y="4114800"/>
                </a:lnTo>
                <a:lnTo>
                  <a:pt x="623454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267673" y="53900"/>
            <a:ext cx="6234545" cy="4114800"/>
          </a:xfrm>
          <a:custGeom>
            <a:avLst/>
            <a:gdLst/>
            <a:ahLst/>
            <a:cxnLst/>
            <a:rect r="r" b="b" t="t" l="l"/>
            <a:pathLst>
              <a:path h="4114800" w="6234545">
                <a:moveTo>
                  <a:pt x="0" y="0"/>
                </a:moveTo>
                <a:lnTo>
                  <a:pt x="6234546" y="0"/>
                </a:lnTo>
                <a:lnTo>
                  <a:pt x="62345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518548" y="5276522"/>
            <a:ext cx="3793515" cy="531092"/>
          </a:xfrm>
          <a:custGeom>
            <a:avLst/>
            <a:gdLst/>
            <a:ahLst/>
            <a:cxnLst/>
            <a:rect r="r" b="b" t="t" l="l"/>
            <a:pathLst>
              <a:path h="531092" w="3793515">
                <a:moveTo>
                  <a:pt x="0" y="0"/>
                </a:moveTo>
                <a:lnTo>
                  <a:pt x="3793514" y="0"/>
                </a:lnTo>
                <a:lnTo>
                  <a:pt x="3793514" y="531092"/>
                </a:lnTo>
                <a:lnTo>
                  <a:pt x="0" y="531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670126" y="772826"/>
            <a:ext cx="2947748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FINAIS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94616" y="1856295"/>
            <a:ext cx="6445712" cy="2676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2036" spc="203">
                <a:solidFill>
                  <a:srgbClr val="00BF63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FINAL BOM</a:t>
            </a:r>
          </a:p>
          <a:p>
            <a:pPr algn="l">
              <a:lnSpc>
                <a:spcPts val="2016"/>
              </a:lnSpc>
            </a:pPr>
          </a:p>
          <a:p>
            <a:pPr algn="l" marL="439719" indent="-219859" lvl="1">
              <a:lnSpc>
                <a:spcPts val="2118"/>
              </a:lnSpc>
              <a:buFont typeface="Arial"/>
              <a:buChar char="•"/>
            </a:pPr>
            <a:r>
              <a:rPr lang="en-US" sz="203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Alfred conclui o dia sem incidentes.</a:t>
            </a:r>
          </a:p>
          <a:p>
            <a:pPr algn="l">
              <a:lnSpc>
                <a:spcPts val="2118"/>
              </a:lnSpc>
            </a:pPr>
          </a:p>
          <a:p>
            <a:pPr algn="l" marL="439719" indent="-219859" lvl="1">
              <a:lnSpc>
                <a:spcPts val="2118"/>
              </a:lnSpc>
              <a:buFont typeface="Arial"/>
              <a:buChar char="•"/>
            </a:pPr>
            <a:r>
              <a:rPr lang="en-US" sz="203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Protege os dados e impede ameaças.</a:t>
            </a:r>
          </a:p>
          <a:p>
            <a:pPr algn="l">
              <a:lnSpc>
                <a:spcPts val="2118"/>
              </a:lnSpc>
            </a:pPr>
          </a:p>
          <a:p>
            <a:pPr algn="l" marL="439719" indent="-219859" lvl="1">
              <a:lnSpc>
                <a:spcPts val="2118"/>
              </a:lnSpc>
              <a:buFont typeface="Arial"/>
              <a:buChar char="•"/>
            </a:pPr>
            <a:r>
              <a:rPr lang="en-US" sz="203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Recebe elogios da gerência pelo desempenho.</a:t>
            </a:r>
          </a:p>
          <a:p>
            <a:pPr algn="l">
              <a:lnSpc>
                <a:spcPts val="2118"/>
              </a:lnSpc>
            </a:pPr>
          </a:p>
          <a:p>
            <a:pPr algn="l" marL="439719" indent="-219859" lvl="1">
              <a:lnSpc>
                <a:spcPts val="2118"/>
              </a:lnSpc>
              <a:buFont typeface="Arial"/>
              <a:buChar char="•"/>
            </a:pPr>
            <a:r>
              <a:rPr lang="en-US" sz="2036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É incentivado a manter as boas práticas.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09295" y="5459932"/>
            <a:ext cx="5988274" cy="401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2037" spc="203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FINAL INCERTO</a:t>
            </a:r>
          </a:p>
          <a:p>
            <a:pPr algn="l">
              <a:lnSpc>
                <a:spcPts val="2017"/>
              </a:lnSpc>
            </a:pPr>
          </a:p>
          <a:p>
            <a:pPr algn="l" marL="439934" indent="-219967" lvl="1">
              <a:lnSpc>
                <a:spcPts val="2017"/>
              </a:lnSpc>
              <a:buFont typeface="Arial"/>
              <a:buChar char="•"/>
            </a:pPr>
            <a:r>
              <a:rPr lang="en-US" sz="2037" spc="20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Um sistema é invadido e dados são apagados.</a:t>
            </a:r>
          </a:p>
          <a:p>
            <a:pPr algn="l">
              <a:lnSpc>
                <a:spcPts val="2017"/>
              </a:lnSpc>
            </a:pPr>
          </a:p>
          <a:p>
            <a:pPr algn="l" marL="439934" indent="-219967" lvl="1">
              <a:lnSpc>
                <a:spcPts val="2017"/>
              </a:lnSpc>
              <a:buFont typeface="Arial"/>
              <a:buChar char="•"/>
            </a:pPr>
            <a:r>
              <a:rPr lang="en-US" sz="2037" spc="20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Alfred consegue recuperar os dados através de backups.</a:t>
            </a:r>
          </a:p>
          <a:p>
            <a:pPr algn="l">
              <a:lnSpc>
                <a:spcPts val="2017"/>
              </a:lnSpc>
            </a:pPr>
          </a:p>
          <a:p>
            <a:pPr algn="l" marL="439934" indent="-219967" lvl="1">
              <a:lnSpc>
                <a:spcPts val="2017"/>
              </a:lnSpc>
              <a:buFont typeface="Arial"/>
              <a:buChar char="•"/>
            </a:pPr>
            <a:r>
              <a:rPr lang="en-US" sz="2037" spc="20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Comunica imediatamente a segurança e a gestão.</a:t>
            </a:r>
          </a:p>
          <a:p>
            <a:pPr algn="l">
              <a:lnSpc>
                <a:spcPts val="2017"/>
              </a:lnSpc>
            </a:pPr>
          </a:p>
          <a:p>
            <a:pPr algn="l" marL="439934" indent="-219967" lvl="1">
              <a:lnSpc>
                <a:spcPts val="2017"/>
              </a:lnSpc>
              <a:buFont typeface="Arial"/>
              <a:buChar char="•"/>
            </a:pPr>
            <a:r>
              <a:rPr lang="en-US" sz="2037" spc="20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Seus acessos são temporariamente bloqueados.</a:t>
            </a:r>
          </a:p>
          <a:p>
            <a:pPr algn="l">
              <a:lnSpc>
                <a:spcPts val="2017"/>
              </a:lnSpc>
            </a:pPr>
          </a:p>
          <a:p>
            <a:pPr algn="l" marL="439934" indent="-219967" lvl="1">
              <a:lnSpc>
                <a:spcPts val="2017"/>
              </a:lnSpc>
              <a:buFont typeface="Arial"/>
              <a:buChar char="•"/>
            </a:pPr>
            <a:r>
              <a:rPr lang="en-US" sz="2037" spc="20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Alfred busca melhorar seus conhecimentos em segurança.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32147" y="5459932"/>
            <a:ext cx="6239449" cy="4010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2038" spc="203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FINAL RUIM</a:t>
            </a:r>
          </a:p>
          <a:p>
            <a:pPr algn="l">
              <a:lnSpc>
                <a:spcPts val="2017"/>
              </a:lnSpc>
            </a:pPr>
          </a:p>
          <a:p>
            <a:pPr algn="l" marL="440085" indent="-220042" lvl="1">
              <a:lnSpc>
                <a:spcPts val="2119"/>
              </a:lnSpc>
              <a:buFont typeface="Arial"/>
              <a:buChar char="•"/>
            </a:pPr>
            <a:r>
              <a:rPr lang="en-US" sz="2038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Alfred ignora as boas práticas de segurança.</a:t>
            </a:r>
          </a:p>
          <a:p>
            <a:pPr algn="l">
              <a:lnSpc>
                <a:spcPts val="2119"/>
              </a:lnSpc>
            </a:pPr>
          </a:p>
          <a:p>
            <a:pPr algn="l" marL="440085" indent="-220042" lvl="1">
              <a:lnSpc>
                <a:spcPts val="2119"/>
              </a:lnSpc>
              <a:buFont typeface="Arial"/>
              <a:buChar char="•"/>
            </a:pPr>
            <a:r>
              <a:rPr lang="en-US" sz="2038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Sistema é invadido e dados são roubados.</a:t>
            </a:r>
          </a:p>
          <a:p>
            <a:pPr algn="l">
              <a:lnSpc>
                <a:spcPts val="2119"/>
              </a:lnSpc>
            </a:pPr>
          </a:p>
          <a:p>
            <a:pPr algn="l" marL="440085" indent="-220042" lvl="1">
              <a:lnSpc>
                <a:spcPts val="2119"/>
              </a:lnSpc>
              <a:buFont typeface="Arial"/>
              <a:buChar char="•"/>
            </a:pPr>
            <a:r>
              <a:rPr lang="en-US" sz="2038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 empresa aciona a equipe de segurança.</a:t>
            </a:r>
          </a:p>
          <a:p>
            <a:pPr algn="l">
              <a:lnSpc>
                <a:spcPts val="2119"/>
              </a:lnSpc>
            </a:pPr>
          </a:p>
          <a:p>
            <a:pPr algn="l" marL="440085" indent="-220042" lvl="1">
              <a:lnSpc>
                <a:spcPts val="2119"/>
              </a:lnSpc>
              <a:buFont typeface="Arial"/>
              <a:buChar char="•"/>
            </a:pPr>
            <a:r>
              <a:rPr lang="en-US" sz="2038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Alfred recebe uma advertência e treinamento.</a:t>
            </a:r>
          </a:p>
          <a:p>
            <a:pPr algn="l">
              <a:lnSpc>
                <a:spcPts val="2119"/>
              </a:lnSpc>
            </a:pPr>
          </a:p>
          <a:p>
            <a:pPr algn="l" marL="440085" indent="-220042" lvl="1">
              <a:lnSpc>
                <a:spcPts val="2119"/>
              </a:lnSpc>
              <a:buFont typeface="Arial"/>
              <a:buChar char="•"/>
            </a:pPr>
            <a:r>
              <a:rPr lang="en-US" sz="2038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Um funcionário experiente passa a acompanhá-lo.</a:t>
            </a:r>
          </a:p>
          <a:p>
            <a:pPr algn="l">
              <a:lnSpc>
                <a:spcPts val="2119"/>
              </a:lnSpc>
            </a:pPr>
          </a:p>
          <a:p>
            <a:pPr algn="l" marL="440085" indent="-220042" lvl="1">
              <a:lnSpc>
                <a:spcPts val="2119"/>
              </a:lnSpc>
              <a:buFont typeface="Arial"/>
              <a:buChar char="•"/>
            </a:pPr>
            <a:r>
              <a:rPr lang="en-US" sz="2038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Alfred termina o dia determinado a melhorar.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342162" y="5276522"/>
            <a:ext cx="3793515" cy="531092"/>
          </a:xfrm>
          <a:custGeom>
            <a:avLst/>
            <a:gdLst/>
            <a:ahLst/>
            <a:cxnLst/>
            <a:rect r="r" b="b" t="t" l="l"/>
            <a:pathLst>
              <a:path h="531092" w="3793515">
                <a:moveTo>
                  <a:pt x="0" y="0"/>
                </a:moveTo>
                <a:lnTo>
                  <a:pt x="3793515" y="0"/>
                </a:lnTo>
                <a:lnTo>
                  <a:pt x="3793515" y="531092"/>
                </a:lnTo>
                <a:lnTo>
                  <a:pt x="0" y="531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803300" y="1845754"/>
            <a:ext cx="3793515" cy="531092"/>
          </a:xfrm>
          <a:custGeom>
            <a:avLst/>
            <a:gdLst/>
            <a:ahLst/>
            <a:cxnLst/>
            <a:rect r="r" b="b" t="t" l="l"/>
            <a:pathLst>
              <a:path h="531092" w="3793515">
                <a:moveTo>
                  <a:pt x="0" y="0"/>
                </a:moveTo>
                <a:lnTo>
                  <a:pt x="3793515" y="0"/>
                </a:lnTo>
                <a:lnTo>
                  <a:pt x="3793515" y="531092"/>
                </a:lnTo>
                <a:lnTo>
                  <a:pt x="0" y="531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5805162"/>
            <a:ext cx="4871563" cy="4481838"/>
          </a:xfrm>
          <a:custGeom>
            <a:avLst/>
            <a:gdLst/>
            <a:ahLst/>
            <a:cxnLst/>
            <a:rect r="r" b="b" t="t" l="l"/>
            <a:pathLst>
              <a:path h="4481838" w="4871563">
                <a:moveTo>
                  <a:pt x="4871563" y="4481838"/>
                </a:moveTo>
                <a:lnTo>
                  <a:pt x="0" y="4481838"/>
                </a:lnTo>
                <a:lnTo>
                  <a:pt x="0" y="0"/>
                </a:lnTo>
                <a:lnTo>
                  <a:pt x="4871563" y="0"/>
                </a:lnTo>
                <a:lnTo>
                  <a:pt x="4871563" y="448183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91063" y="2262506"/>
            <a:ext cx="12662770" cy="6559641"/>
          </a:xfrm>
          <a:custGeom>
            <a:avLst/>
            <a:gdLst/>
            <a:ahLst/>
            <a:cxnLst/>
            <a:rect r="r" b="b" t="t" l="l"/>
            <a:pathLst>
              <a:path h="6559641" w="12662770">
                <a:moveTo>
                  <a:pt x="0" y="0"/>
                </a:moveTo>
                <a:lnTo>
                  <a:pt x="12662770" y="0"/>
                </a:lnTo>
                <a:lnTo>
                  <a:pt x="12662770" y="6559641"/>
                </a:lnTo>
                <a:lnTo>
                  <a:pt x="0" y="6559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69" t="-1738" r="-2455" b="-165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857326" y="1842617"/>
            <a:ext cx="1510383" cy="1652631"/>
            <a:chOff x="0" y="0"/>
            <a:chExt cx="2013843" cy="2203508"/>
          </a:xfrm>
        </p:grpSpPr>
        <p:sp>
          <p:nvSpPr>
            <p:cNvPr name="Freeform 5" id="5"/>
            <p:cNvSpPr/>
            <p:nvPr/>
          </p:nvSpPr>
          <p:spPr>
            <a:xfrm flipH="false" flipV="false" rot="-802194">
              <a:off x="174799" y="327302"/>
              <a:ext cx="1664246" cy="1706919"/>
            </a:xfrm>
            <a:custGeom>
              <a:avLst/>
              <a:gdLst/>
              <a:ahLst/>
              <a:cxnLst/>
              <a:rect r="r" b="b" t="t" l="l"/>
              <a:pathLst>
                <a:path h="1706919" w="1664246">
                  <a:moveTo>
                    <a:pt x="0" y="0"/>
                  </a:moveTo>
                  <a:lnTo>
                    <a:pt x="1664246" y="0"/>
                  </a:lnTo>
                  <a:lnTo>
                    <a:pt x="1664246" y="1706919"/>
                  </a:lnTo>
                  <a:lnTo>
                    <a:pt x="0" y="1706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2331095">
              <a:off x="351569" y="530929"/>
              <a:ext cx="414097" cy="895943"/>
              <a:chOff x="0" y="0"/>
              <a:chExt cx="375669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7566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75669">
                    <a:moveTo>
                      <a:pt x="187834" y="0"/>
                    </a:moveTo>
                    <a:cubicBezTo>
                      <a:pt x="84096" y="0"/>
                      <a:pt x="0" y="181951"/>
                      <a:pt x="0" y="406400"/>
                    </a:cubicBezTo>
                    <a:cubicBezTo>
                      <a:pt x="0" y="630849"/>
                      <a:pt x="84096" y="812800"/>
                      <a:pt x="187834" y="812800"/>
                    </a:cubicBezTo>
                    <a:cubicBezTo>
                      <a:pt x="291572" y="812800"/>
                      <a:pt x="375669" y="630849"/>
                      <a:pt x="375669" y="406400"/>
                    </a:cubicBezTo>
                    <a:cubicBezTo>
                      <a:pt x="375669" y="181951"/>
                      <a:pt x="291572" y="0"/>
                      <a:pt x="187834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35219" y="104775"/>
                <a:ext cx="305231" cy="631825"/>
              </a:xfrm>
              <a:prstGeom prst="rect">
                <a:avLst/>
              </a:prstGeom>
            </p:spPr>
            <p:txBody>
              <a:bodyPr anchor="ctr" rtlCol="false" tIns="40202" lIns="40202" bIns="40202" rIns="4020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05475" y="718515"/>
              <a:ext cx="414097" cy="895943"/>
              <a:chOff x="0" y="0"/>
              <a:chExt cx="375669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7566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75669">
                    <a:moveTo>
                      <a:pt x="187834" y="0"/>
                    </a:moveTo>
                    <a:cubicBezTo>
                      <a:pt x="84096" y="0"/>
                      <a:pt x="0" y="181951"/>
                      <a:pt x="0" y="406400"/>
                    </a:cubicBezTo>
                    <a:cubicBezTo>
                      <a:pt x="0" y="630849"/>
                      <a:pt x="84096" y="812800"/>
                      <a:pt x="187834" y="812800"/>
                    </a:cubicBezTo>
                    <a:cubicBezTo>
                      <a:pt x="291572" y="812800"/>
                      <a:pt x="375669" y="630849"/>
                      <a:pt x="375669" y="406400"/>
                    </a:cubicBezTo>
                    <a:cubicBezTo>
                      <a:pt x="375669" y="181951"/>
                      <a:pt x="291572" y="0"/>
                      <a:pt x="187834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35219" y="104775"/>
                <a:ext cx="305231" cy="631825"/>
              </a:xfrm>
              <a:prstGeom prst="rect">
                <a:avLst/>
              </a:prstGeom>
            </p:spPr>
            <p:txBody>
              <a:bodyPr anchor="ctr" rtlCol="false" tIns="40202" lIns="40202" bIns="40202" rIns="4020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2913803">
              <a:off x="591712" y="181885"/>
              <a:ext cx="1028377" cy="1203967"/>
              <a:chOff x="0" y="0"/>
              <a:chExt cx="694259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9425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4259">
                    <a:moveTo>
                      <a:pt x="347130" y="0"/>
                    </a:moveTo>
                    <a:cubicBezTo>
                      <a:pt x="155415" y="0"/>
                      <a:pt x="0" y="181951"/>
                      <a:pt x="0" y="406400"/>
                    </a:cubicBezTo>
                    <a:cubicBezTo>
                      <a:pt x="0" y="630849"/>
                      <a:pt x="155415" y="812800"/>
                      <a:pt x="347130" y="812800"/>
                    </a:cubicBezTo>
                    <a:cubicBezTo>
                      <a:pt x="538844" y="812800"/>
                      <a:pt x="694259" y="630849"/>
                      <a:pt x="694259" y="406400"/>
                    </a:cubicBezTo>
                    <a:cubicBezTo>
                      <a:pt x="694259" y="181951"/>
                      <a:pt x="538844" y="0"/>
                      <a:pt x="347130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65087" y="104775"/>
                <a:ext cx="564085" cy="631825"/>
              </a:xfrm>
              <a:prstGeom prst="rect">
                <a:avLst/>
              </a:prstGeom>
            </p:spPr>
            <p:txBody>
              <a:bodyPr anchor="ctr" rtlCol="false" tIns="40202" lIns="40202" bIns="40202" rIns="4020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2134304">
              <a:off x="1019106" y="802215"/>
              <a:ext cx="414097" cy="895943"/>
              <a:chOff x="0" y="0"/>
              <a:chExt cx="375669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7566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75669">
                    <a:moveTo>
                      <a:pt x="187834" y="0"/>
                    </a:moveTo>
                    <a:cubicBezTo>
                      <a:pt x="84096" y="0"/>
                      <a:pt x="0" y="181951"/>
                      <a:pt x="0" y="406400"/>
                    </a:cubicBezTo>
                    <a:cubicBezTo>
                      <a:pt x="0" y="630849"/>
                      <a:pt x="84096" y="812800"/>
                      <a:pt x="187834" y="812800"/>
                    </a:cubicBezTo>
                    <a:cubicBezTo>
                      <a:pt x="291572" y="812800"/>
                      <a:pt x="375669" y="630849"/>
                      <a:pt x="375669" y="406400"/>
                    </a:cubicBezTo>
                    <a:cubicBezTo>
                      <a:pt x="375669" y="181951"/>
                      <a:pt x="291572" y="0"/>
                      <a:pt x="187834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35219" y="104775"/>
                <a:ext cx="305231" cy="631825"/>
              </a:xfrm>
              <a:prstGeom prst="rect">
                <a:avLst/>
              </a:prstGeom>
            </p:spPr>
            <p:txBody>
              <a:bodyPr anchor="ctr" rtlCol="false" tIns="40202" lIns="40202" bIns="40202" rIns="4020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15066731" y="1028700"/>
            <a:ext cx="2192569" cy="219256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310462"/>
                  </a:lnTo>
                  <a:lnTo>
                    <a:pt x="657569" y="812800"/>
                  </a:lnTo>
                  <a:lnTo>
                    <a:pt x="155231" y="812800"/>
                  </a:lnTo>
                  <a:lnTo>
                    <a:pt x="0" y="31046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40E1A"/>
            </a:solidFill>
            <a:ln w="38100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127000" y="231775"/>
              <a:ext cx="558800" cy="530225"/>
            </a:xfrm>
            <a:prstGeom prst="rect">
              <a:avLst/>
            </a:prstGeom>
          </p:spPr>
          <p:txBody>
            <a:bodyPr anchor="ctr" rtlCol="false" tIns="16235" lIns="16235" bIns="16235" rIns="16235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745889" y="556228"/>
            <a:ext cx="2315448" cy="2010377"/>
            <a:chOff x="0" y="0"/>
            <a:chExt cx="3087264" cy="26805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87264" cy="1651686"/>
            </a:xfrm>
            <a:custGeom>
              <a:avLst/>
              <a:gdLst/>
              <a:ahLst/>
              <a:cxnLst/>
              <a:rect r="r" b="b" t="t" l="l"/>
              <a:pathLst>
                <a:path h="1651686" w="3087264">
                  <a:moveTo>
                    <a:pt x="0" y="0"/>
                  </a:moveTo>
                  <a:lnTo>
                    <a:pt x="3087264" y="0"/>
                  </a:lnTo>
                  <a:lnTo>
                    <a:pt x="3087264" y="1651686"/>
                  </a:lnTo>
                  <a:lnTo>
                    <a:pt x="0" y="1651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968286" y="2146198"/>
              <a:ext cx="1842432" cy="534305"/>
            </a:xfrm>
            <a:custGeom>
              <a:avLst/>
              <a:gdLst/>
              <a:ahLst/>
              <a:cxnLst/>
              <a:rect r="r" b="b" t="t" l="l"/>
              <a:pathLst>
                <a:path h="534305" w="1842432">
                  <a:moveTo>
                    <a:pt x="0" y="0"/>
                  </a:moveTo>
                  <a:lnTo>
                    <a:pt x="1842433" y="0"/>
                  </a:lnTo>
                  <a:lnTo>
                    <a:pt x="1842433" y="534305"/>
                  </a:lnTo>
                  <a:lnTo>
                    <a:pt x="0" y="534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5280440" y="1775677"/>
            <a:ext cx="1780897" cy="370903"/>
            <a:chOff x="0" y="0"/>
            <a:chExt cx="2374529" cy="494538"/>
          </a:xfrm>
        </p:grpSpPr>
        <p:grpSp>
          <p:nvGrpSpPr>
            <p:cNvPr name="Group 25" id="25"/>
            <p:cNvGrpSpPr/>
            <p:nvPr/>
          </p:nvGrpSpPr>
          <p:grpSpPr>
            <a:xfrm rot="411043">
              <a:off x="1295268" y="61953"/>
              <a:ext cx="1060943" cy="370631"/>
              <a:chOff x="0" y="0"/>
              <a:chExt cx="812800" cy="28394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283945"/>
              </a:xfrm>
              <a:custGeom>
                <a:avLst/>
                <a:gdLst/>
                <a:ahLst/>
                <a:cxnLst/>
                <a:rect r="r" b="b" t="t" l="l"/>
                <a:pathLst>
                  <a:path h="283945" w="812800">
                    <a:moveTo>
                      <a:pt x="812800" y="0"/>
                    </a:moveTo>
                    <a:lnTo>
                      <a:pt x="0" y="0"/>
                    </a:lnTo>
                    <a:lnTo>
                      <a:pt x="101600" y="141972"/>
                    </a:lnTo>
                    <a:lnTo>
                      <a:pt x="0" y="283945"/>
                    </a:lnTo>
                    <a:lnTo>
                      <a:pt x="812800" y="283945"/>
                    </a:lnTo>
                    <a:lnTo>
                      <a:pt x="711200" y="141972"/>
                    </a:lnTo>
                    <a:lnTo>
                      <a:pt x="8128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88900" y="28575"/>
                <a:ext cx="635000" cy="255370"/>
              </a:xfrm>
              <a:prstGeom prst="rect">
                <a:avLst/>
              </a:prstGeom>
            </p:spPr>
            <p:txBody>
              <a:bodyPr anchor="ctr" rtlCol="false" tIns="16235" lIns="16235" bIns="16235" rIns="16235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-347290">
              <a:off x="15756" y="66450"/>
              <a:ext cx="1060943" cy="366094"/>
              <a:chOff x="0" y="0"/>
              <a:chExt cx="812800" cy="280469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280469"/>
              </a:xfrm>
              <a:custGeom>
                <a:avLst/>
                <a:gdLst/>
                <a:ahLst/>
                <a:cxnLst/>
                <a:rect r="r" b="b" t="t" l="l"/>
                <a:pathLst>
                  <a:path h="280469" w="812800">
                    <a:moveTo>
                      <a:pt x="812800" y="0"/>
                    </a:moveTo>
                    <a:lnTo>
                      <a:pt x="0" y="0"/>
                    </a:lnTo>
                    <a:lnTo>
                      <a:pt x="101600" y="140234"/>
                    </a:lnTo>
                    <a:lnTo>
                      <a:pt x="0" y="280469"/>
                    </a:lnTo>
                    <a:lnTo>
                      <a:pt x="812800" y="280469"/>
                    </a:lnTo>
                    <a:lnTo>
                      <a:pt x="711200" y="140234"/>
                    </a:lnTo>
                    <a:lnTo>
                      <a:pt x="8128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88900" y="28575"/>
                <a:ext cx="635000" cy="251894"/>
              </a:xfrm>
              <a:prstGeom prst="rect">
                <a:avLst/>
              </a:prstGeom>
            </p:spPr>
            <p:txBody>
              <a:bodyPr anchor="ctr" rtlCol="false" tIns="16235" lIns="16235" bIns="16235" rIns="16235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sp>
        <p:nvSpPr>
          <p:cNvPr name="Freeform 31" id="31"/>
          <p:cNvSpPr/>
          <p:nvPr/>
        </p:nvSpPr>
        <p:spPr>
          <a:xfrm flipH="false" flipV="false" rot="0">
            <a:off x="16430601" y="2366240"/>
            <a:ext cx="1683071" cy="1321336"/>
          </a:xfrm>
          <a:custGeom>
            <a:avLst/>
            <a:gdLst/>
            <a:ahLst/>
            <a:cxnLst/>
            <a:rect r="r" b="b" t="t" l="l"/>
            <a:pathLst>
              <a:path h="1321336" w="1683071">
                <a:moveTo>
                  <a:pt x="0" y="0"/>
                </a:moveTo>
                <a:lnTo>
                  <a:pt x="1683071" y="0"/>
                </a:lnTo>
                <a:lnTo>
                  <a:pt x="1683071" y="1321336"/>
                </a:lnTo>
                <a:lnTo>
                  <a:pt x="0" y="132133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1892" r="-3452" b="-232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6943014" y="1536422"/>
            <a:ext cx="4411496" cy="60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999" spc="399">
                <a:solidFill>
                  <a:srgbClr val="9A5F4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PROTAGONISTA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5674027" y="567484"/>
            <a:ext cx="6939947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CONCEPT ART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74057" y="702984"/>
            <a:ext cx="15628559" cy="8767240"/>
            <a:chOff x="0" y="0"/>
            <a:chExt cx="20838079" cy="116896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838079" cy="11689654"/>
            </a:xfrm>
            <a:custGeom>
              <a:avLst/>
              <a:gdLst/>
              <a:ahLst/>
              <a:cxnLst/>
              <a:rect r="r" b="b" t="t" l="l"/>
              <a:pathLst>
                <a:path h="11689654" w="20838079">
                  <a:moveTo>
                    <a:pt x="0" y="0"/>
                  </a:moveTo>
                  <a:lnTo>
                    <a:pt x="20838079" y="0"/>
                  </a:lnTo>
                  <a:lnTo>
                    <a:pt x="20838079" y="11689654"/>
                  </a:lnTo>
                  <a:lnTo>
                    <a:pt x="0" y="11689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20328137" y="392656"/>
              <a:ext cx="162971" cy="2669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08"/>
                </a:lnSpc>
                <a:spcBef>
                  <a:spcPct val="0"/>
                </a:spcBef>
              </a:pPr>
              <a:r>
                <a:rPr lang="en-US" sz="1220" spc="18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X</a:t>
              </a:r>
            </a:p>
          </p:txBody>
        </p:sp>
        <p:grpSp>
          <p:nvGrpSpPr>
            <p:cNvPr name="Group 38" id="38"/>
            <p:cNvGrpSpPr/>
            <p:nvPr/>
          </p:nvGrpSpPr>
          <p:grpSpPr>
            <a:xfrm rot="0">
              <a:off x="20297797" y="428350"/>
              <a:ext cx="223651" cy="223651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1316">
                  <a:alpha val="12941"/>
                </a:srgbClr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5805162"/>
            <a:ext cx="4871563" cy="4481838"/>
          </a:xfrm>
          <a:custGeom>
            <a:avLst/>
            <a:gdLst/>
            <a:ahLst/>
            <a:cxnLst/>
            <a:rect r="r" b="b" t="t" l="l"/>
            <a:pathLst>
              <a:path h="4481838" w="4871563">
                <a:moveTo>
                  <a:pt x="4871563" y="4481838"/>
                </a:moveTo>
                <a:lnTo>
                  <a:pt x="0" y="4481838"/>
                </a:lnTo>
                <a:lnTo>
                  <a:pt x="0" y="0"/>
                </a:lnTo>
                <a:lnTo>
                  <a:pt x="4871563" y="0"/>
                </a:lnTo>
                <a:lnTo>
                  <a:pt x="4871563" y="448183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83461" y="2248759"/>
            <a:ext cx="13730604" cy="7112806"/>
          </a:xfrm>
          <a:custGeom>
            <a:avLst/>
            <a:gdLst/>
            <a:ahLst/>
            <a:cxnLst/>
            <a:rect r="r" b="b" t="t" l="l"/>
            <a:pathLst>
              <a:path h="7112806" w="13730604">
                <a:moveTo>
                  <a:pt x="0" y="0"/>
                </a:moveTo>
                <a:lnTo>
                  <a:pt x="13730603" y="0"/>
                </a:lnTo>
                <a:lnTo>
                  <a:pt x="13730603" y="7112806"/>
                </a:lnTo>
                <a:lnTo>
                  <a:pt x="0" y="71128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69" t="-1738" r="-2455" b="-165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857326" y="1842617"/>
            <a:ext cx="1510383" cy="1652631"/>
            <a:chOff x="0" y="0"/>
            <a:chExt cx="2013843" cy="2203508"/>
          </a:xfrm>
        </p:grpSpPr>
        <p:sp>
          <p:nvSpPr>
            <p:cNvPr name="Freeform 5" id="5"/>
            <p:cNvSpPr/>
            <p:nvPr/>
          </p:nvSpPr>
          <p:spPr>
            <a:xfrm flipH="false" flipV="false" rot="-802194">
              <a:off x="174799" y="327302"/>
              <a:ext cx="1664246" cy="1706919"/>
            </a:xfrm>
            <a:custGeom>
              <a:avLst/>
              <a:gdLst/>
              <a:ahLst/>
              <a:cxnLst/>
              <a:rect r="r" b="b" t="t" l="l"/>
              <a:pathLst>
                <a:path h="1706919" w="1664246">
                  <a:moveTo>
                    <a:pt x="0" y="0"/>
                  </a:moveTo>
                  <a:lnTo>
                    <a:pt x="1664246" y="0"/>
                  </a:lnTo>
                  <a:lnTo>
                    <a:pt x="1664246" y="1706919"/>
                  </a:lnTo>
                  <a:lnTo>
                    <a:pt x="0" y="1706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2331095">
              <a:off x="351569" y="530929"/>
              <a:ext cx="414097" cy="895943"/>
              <a:chOff x="0" y="0"/>
              <a:chExt cx="375669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7566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75669">
                    <a:moveTo>
                      <a:pt x="187834" y="0"/>
                    </a:moveTo>
                    <a:cubicBezTo>
                      <a:pt x="84096" y="0"/>
                      <a:pt x="0" y="181951"/>
                      <a:pt x="0" y="406400"/>
                    </a:cubicBezTo>
                    <a:cubicBezTo>
                      <a:pt x="0" y="630849"/>
                      <a:pt x="84096" y="812800"/>
                      <a:pt x="187834" y="812800"/>
                    </a:cubicBezTo>
                    <a:cubicBezTo>
                      <a:pt x="291572" y="812800"/>
                      <a:pt x="375669" y="630849"/>
                      <a:pt x="375669" y="406400"/>
                    </a:cubicBezTo>
                    <a:cubicBezTo>
                      <a:pt x="375669" y="181951"/>
                      <a:pt x="291572" y="0"/>
                      <a:pt x="187834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35219" y="104775"/>
                <a:ext cx="305231" cy="631825"/>
              </a:xfrm>
              <a:prstGeom prst="rect">
                <a:avLst/>
              </a:prstGeom>
            </p:spPr>
            <p:txBody>
              <a:bodyPr anchor="ctr" rtlCol="false" tIns="40202" lIns="40202" bIns="40202" rIns="4020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05475" y="718515"/>
              <a:ext cx="414097" cy="895943"/>
              <a:chOff x="0" y="0"/>
              <a:chExt cx="375669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7566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75669">
                    <a:moveTo>
                      <a:pt x="187834" y="0"/>
                    </a:moveTo>
                    <a:cubicBezTo>
                      <a:pt x="84096" y="0"/>
                      <a:pt x="0" y="181951"/>
                      <a:pt x="0" y="406400"/>
                    </a:cubicBezTo>
                    <a:cubicBezTo>
                      <a:pt x="0" y="630849"/>
                      <a:pt x="84096" y="812800"/>
                      <a:pt x="187834" y="812800"/>
                    </a:cubicBezTo>
                    <a:cubicBezTo>
                      <a:pt x="291572" y="812800"/>
                      <a:pt x="375669" y="630849"/>
                      <a:pt x="375669" y="406400"/>
                    </a:cubicBezTo>
                    <a:cubicBezTo>
                      <a:pt x="375669" y="181951"/>
                      <a:pt x="291572" y="0"/>
                      <a:pt x="187834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35219" y="104775"/>
                <a:ext cx="305231" cy="631825"/>
              </a:xfrm>
              <a:prstGeom prst="rect">
                <a:avLst/>
              </a:prstGeom>
            </p:spPr>
            <p:txBody>
              <a:bodyPr anchor="ctr" rtlCol="false" tIns="40202" lIns="40202" bIns="40202" rIns="4020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2913803">
              <a:off x="591712" y="181885"/>
              <a:ext cx="1028377" cy="1203967"/>
              <a:chOff x="0" y="0"/>
              <a:chExt cx="694259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9425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4259">
                    <a:moveTo>
                      <a:pt x="347130" y="0"/>
                    </a:moveTo>
                    <a:cubicBezTo>
                      <a:pt x="155415" y="0"/>
                      <a:pt x="0" y="181951"/>
                      <a:pt x="0" y="406400"/>
                    </a:cubicBezTo>
                    <a:cubicBezTo>
                      <a:pt x="0" y="630849"/>
                      <a:pt x="155415" y="812800"/>
                      <a:pt x="347130" y="812800"/>
                    </a:cubicBezTo>
                    <a:cubicBezTo>
                      <a:pt x="538844" y="812800"/>
                      <a:pt x="694259" y="630849"/>
                      <a:pt x="694259" y="406400"/>
                    </a:cubicBezTo>
                    <a:cubicBezTo>
                      <a:pt x="694259" y="181951"/>
                      <a:pt x="538844" y="0"/>
                      <a:pt x="347130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65087" y="104775"/>
                <a:ext cx="564085" cy="631825"/>
              </a:xfrm>
              <a:prstGeom prst="rect">
                <a:avLst/>
              </a:prstGeom>
            </p:spPr>
            <p:txBody>
              <a:bodyPr anchor="ctr" rtlCol="false" tIns="40202" lIns="40202" bIns="40202" rIns="4020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2134304">
              <a:off x="1019106" y="802215"/>
              <a:ext cx="414097" cy="895943"/>
              <a:chOff x="0" y="0"/>
              <a:chExt cx="375669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7566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75669">
                    <a:moveTo>
                      <a:pt x="187834" y="0"/>
                    </a:moveTo>
                    <a:cubicBezTo>
                      <a:pt x="84096" y="0"/>
                      <a:pt x="0" y="181951"/>
                      <a:pt x="0" y="406400"/>
                    </a:cubicBezTo>
                    <a:cubicBezTo>
                      <a:pt x="0" y="630849"/>
                      <a:pt x="84096" y="812800"/>
                      <a:pt x="187834" y="812800"/>
                    </a:cubicBezTo>
                    <a:cubicBezTo>
                      <a:pt x="291572" y="812800"/>
                      <a:pt x="375669" y="630849"/>
                      <a:pt x="375669" y="406400"/>
                    </a:cubicBezTo>
                    <a:cubicBezTo>
                      <a:pt x="375669" y="181951"/>
                      <a:pt x="291572" y="0"/>
                      <a:pt x="187834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35219" y="104775"/>
                <a:ext cx="305231" cy="631825"/>
              </a:xfrm>
              <a:prstGeom prst="rect">
                <a:avLst/>
              </a:prstGeom>
            </p:spPr>
            <p:txBody>
              <a:bodyPr anchor="ctr" rtlCol="false" tIns="40202" lIns="40202" bIns="40202" rIns="4020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15066731" y="1028700"/>
            <a:ext cx="2192569" cy="219256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310462"/>
                  </a:lnTo>
                  <a:lnTo>
                    <a:pt x="657569" y="812800"/>
                  </a:lnTo>
                  <a:lnTo>
                    <a:pt x="155231" y="812800"/>
                  </a:lnTo>
                  <a:lnTo>
                    <a:pt x="0" y="31046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40E1A"/>
            </a:solidFill>
            <a:ln w="38100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127000" y="231775"/>
              <a:ext cx="558800" cy="530225"/>
            </a:xfrm>
            <a:prstGeom prst="rect">
              <a:avLst/>
            </a:prstGeom>
          </p:spPr>
          <p:txBody>
            <a:bodyPr anchor="ctr" rtlCol="false" tIns="16235" lIns="16235" bIns="16235" rIns="16235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745889" y="556228"/>
            <a:ext cx="2315448" cy="2010377"/>
            <a:chOff x="0" y="0"/>
            <a:chExt cx="3087264" cy="26805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87264" cy="1651686"/>
            </a:xfrm>
            <a:custGeom>
              <a:avLst/>
              <a:gdLst/>
              <a:ahLst/>
              <a:cxnLst/>
              <a:rect r="r" b="b" t="t" l="l"/>
              <a:pathLst>
                <a:path h="1651686" w="3087264">
                  <a:moveTo>
                    <a:pt x="0" y="0"/>
                  </a:moveTo>
                  <a:lnTo>
                    <a:pt x="3087264" y="0"/>
                  </a:lnTo>
                  <a:lnTo>
                    <a:pt x="3087264" y="1651686"/>
                  </a:lnTo>
                  <a:lnTo>
                    <a:pt x="0" y="1651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968286" y="2146198"/>
              <a:ext cx="1842432" cy="534305"/>
            </a:xfrm>
            <a:custGeom>
              <a:avLst/>
              <a:gdLst/>
              <a:ahLst/>
              <a:cxnLst/>
              <a:rect r="r" b="b" t="t" l="l"/>
              <a:pathLst>
                <a:path h="534305" w="1842432">
                  <a:moveTo>
                    <a:pt x="0" y="0"/>
                  </a:moveTo>
                  <a:lnTo>
                    <a:pt x="1842433" y="0"/>
                  </a:lnTo>
                  <a:lnTo>
                    <a:pt x="1842433" y="534305"/>
                  </a:lnTo>
                  <a:lnTo>
                    <a:pt x="0" y="534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5280440" y="1775677"/>
            <a:ext cx="1780897" cy="370903"/>
            <a:chOff x="0" y="0"/>
            <a:chExt cx="2374529" cy="494538"/>
          </a:xfrm>
        </p:grpSpPr>
        <p:grpSp>
          <p:nvGrpSpPr>
            <p:cNvPr name="Group 25" id="25"/>
            <p:cNvGrpSpPr/>
            <p:nvPr/>
          </p:nvGrpSpPr>
          <p:grpSpPr>
            <a:xfrm rot="411043">
              <a:off x="1295268" y="61953"/>
              <a:ext cx="1060943" cy="370631"/>
              <a:chOff x="0" y="0"/>
              <a:chExt cx="812800" cy="28394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283945"/>
              </a:xfrm>
              <a:custGeom>
                <a:avLst/>
                <a:gdLst/>
                <a:ahLst/>
                <a:cxnLst/>
                <a:rect r="r" b="b" t="t" l="l"/>
                <a:pathLst>
                  <a:path h="283945" w="812800">
                    <a:moveTo>
                      <a:pt x="812800" y="0"/>
                    </a:moveTo>
                    <a:lnTo>
                      <a:pt x="0" y="0"/>
                    </a:lnTo>
                    <a:lnTo>
                      <a:pt x="101600" y="141972"/>
                    </a:lnTo>
                    <a:lnTo>
                      <a:pt x="0" y="283945"/>
                    </a:lnTo>
                    <a:lnTo>
                      <a:pt x="812800" y="283945"/>
                    </a:lnTo>
                    <a:lnTo>
                      <a:pt x="711200" y="141972"/>
                    </a:lnTo>
                    <a:lnTo>
                      <a:pt x="8128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88900" y="28575"/>
                <a:ext cx="635000" cy="255370"/>
              </a:xfrm>
              <a:prstGeom prst="rect">
                <a:avLst/>
              </a:prstGeom>
            </p:spPr>
            <p:txBody>
              <a:bodyPr anchor="ctr" rtlCol="false" tIns="16235" lIns="16235" bIns="16235" rIns="16235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-347290">
              <a:off x="15756" y="66450"/>
              <a:ext cx="1060943" cy="366094"/>
              <a:chOff x="0" y="0"/>
              <a:chExt cx="812800" cy="280469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280469"/>
              </a:xfrm>
              <a:custGeom>
                <a:avLst/>
                <a:gdLst/>
                <a:ahLst/>
                <a:cxnLst/>
                <a:rect r="r" b="b" t="t" l="l"/>
                <a:pathLst>
                  <a:path h="280469" w="812800">
                    <a:moveTo>
                      <a:pt x="812800" y="0"/>
                    </a:moveTo>
                    <a:lnTo>
                      <a:pt x="0" y="0"/>
                    </a:lnTo>
                    <a:lnTo>
                      <a:pt x="101600" y="140234"/>
                    </a:lnTo>
                    <a:lnTo>
                      <a:pt x="0" y="280469"/>
                    </a:lnTo>
                    <a:lnTo>
                      <a:pt x="812800" y="280469"/>
                    </a:lnTo>
                    <a:lnTo>
                      <a:pt x="711200" y="140234"/>
                    </a:lnTo>
                    <a:lnTo>
                      <a:pt x="8128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88900" y="28575"/>
                <a:ext cx="635000" cy="251894"/>
              </a:xfrm>
              <a:prstGeom prst="rect">
                <a:avLst/>
              </a:prstGeom>
            </p:spPr>
            <p:txBody>
              <a:bodyPr anchor="ctr" rtlCol="false" tIns="16235" lIns="16235" bIns="16235" rIns="16235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sp>
        <p:nvSpPr>
          <p:cNvPr name="Freeform 31" id="31"/>
          <p:cNvSpPr/>
          <p:nvPr/>
        </p:nvSpPr>
        <p:spPr>
          <a:xfrm flipH="false" flipV="false" rot="0">
            <a:off x="16430601" y="2366240"/>
            <a:ext cx="1683071" cy="1321336"/>
          </a:xfrm>
          <a:custGeom>
            <a:avLst/>
            <a:gdLst/>
            <a:ahLst/>
            <a:cxnLst/>
            <a:rect r="r" b="b" t="t" l="l"/>
            <a:pathLst>
              <a:path h="1321336" w="1683071">
                <a:moveTo>
                  <a:pt x="0" y="0"/>
                </a:moveTo>
                <a:lnTo>
                  <a:pt x="1683071" y="0"/>
                </a:lnTo>
                <a:lnTo>
                  <a:pt x="1683071" y="1321336"/>
                </a:lnTo>
                <a:lnTo>
                  <a:pt x="0" y="132133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1892" r="-3452" b="-232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6943014" y="1536422"/>
            <a:ext cx="4411496" cy="60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999" spc="399">
                <a:solidFill>
                  <a:srgbClr val="9A5F4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PROTAGONISTA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5674027" y="567484"/>
            <a:ext cx="6939947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CONCEPT ART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4317954" y="7040163"/>
            <a:ext cx="3552962" cy="2893262"/>
          </a:xfrm>
          <a:custGeom>
            <a:avLst/>
            <a:gdLst/>
            <a:ahLst/>
            <a:cxnLst/>
            <a:rect r="r" b="b" t="t" l="l"/>
            <a:pathLst>
              <a:path h="2893262" w="3552962">
                <a:moveTo>
                  <a:pt x="0" y="0"/>
                </a:moveTo>
                <a:lnTo>
                  <a:pt x="3552962" y="0"/>
                </a:lnTo>
                <a:lnTo>
                  <a:pt x="3552962" y="2893262"/>
                </a:lnTo>
                <a:lnTo>
                  <a:pt x="0" y="2893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7892" r="-1320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5064888" y="7150818"/>
            <a:ext cx="3552962" cy="2893262"/>
          </a:xfrm>
          <a:custGeom>
            <a:avLst/>
            <a:gdLst/>
            <a:ahLst/>
            <a:cxnLst/>
            <a:rect r="r" b="b" t="t" l="l"/>
            <a:pathLst>
              <a:path h="2893262" w="3552962">
                <a:moveTo>
                  <a:pt x="0" y="0"/>
                </a:moveTo>
                <a:lnTo>
                  <a:pt x="3552962" y="0"/>
                </a:lnTo>
                <a:lnTo>
                  <a:pt x="3552962" y="2893262"/>
                </a:lnTo>
                <a:lnTo>
                  <a:pt x="0" y="2893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7892" r="-1320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99483" y="1682948"/>
            <a:ext cx="5378983" cy="8004781"/>
          </a:xfrm>
          <a:custGeom>
            <a:avLst/>
            <a:gdLst/>
            <a:ahLst/>
            <a:cxnLst/>
            <a:rect r="r" b="b" t="t" l="l"/>
            <a:pathLst>
              <a:path h="8004781" w="5378983">
                <a:moveTo>
                  <a:pt x="0" y="0"/>
                </a:moveTo>
                <a:lnTo>
                  <a:pt x="5378983" y="0"/>
                </a:lnTo>
                <a:lnTo>
                  <a:pt x="5378983" y="8004782"/>
                </a:lnTo>
                <a:lnTo>
                  <a:pt x="0" y="8004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003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63425" y="2856099"/>
            <a:ext cx="3723154" cy="6348393"/>
          </a:xfrm>
          <a:custGeom>
            <a:avLst/>
            <a:gdLst/>
            <a:ahLst/>
            <a:cxnLst/>
            <a:rect r="r" b="b" t="t" l="l"/>
            <a:pathLst>
              <a:path h="6348393" w="3723154">
                <a:moveTo>
                  <a:pt x="0" y="0"/>
                </a:moveTo>
                <a:lnTo>
                  <a:pt x="3723154" y="0"/>
                </a:lnTo>
                <a:lnTo>
                  <a:pt x="3723154" y="6348394"/>
                </a:lnTo>
                <a:lnTo>
                  <a:pt x="0" y="6348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373" t="-19364" r="-38151" b="-884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68091" y="1536422"/>
            <a:ext cx="2751818" cy="60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999" spc="399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INIMIGOS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74027" y="567484"/>
            <a:ext cx="6939947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CONCEPT ART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0" y="23502"/>
            <a:ext cx="2257465" cy="4114800"/>
          </a:xfrm>
          <a:custGeom>
            <a:avLst/>
            <a:gdLst/>
            <a:ahLst/>
            <a:cxnLst/>
            <a:rect r="r" b="b" t="t" l="l"/>
            <a:pathLst>
              <a:path h="4114800" w="2257465">
                <a:moveTo>
                  <a:pt x="0" y="0"/>
                </a:moveTo>
                <a:lnTo>
                  <a:pt x="2257465" y="0"/>
                </a:lnTo>
                <a:lnTo>
                  <a:pt x="22574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76174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954469" y="6721721"/>
            <a:ext cx="1614219" cy="1848339"/>
            <a:chOff x="0" y="0"/>
            <a:chExt cx="2152292" cy="2464452"/>
          </a:xfrm>
        </p:grpSpPr>
        <p:sp>
          <p:nvSpPr>
            <p:cNvPr name="Freeform 10" id="10"/>
            <p:cNvSpPr/>
            <p:nvPr/>
          </p:nvSpPr>
          <p:spPr>
            <a:xfrm flipH="false" flipV="false" rot="-4271634">
              <a:off x="244023" y="548165"/>
              <a:ext cx="1664246" cy="1706919"/>
            </a:xfrm>
            <a:custGeom>
              <a:avLst/>
              <a:gdLst/>
              <a:ahLst/>
              <a:cxnLst/>
              <a:rect r="r" b="b" t="t" l="l"/>
              <a:pathLst>
                <a:path h="1706919" w="1664246">
                  <a:moveTo>
                    <a:pt x="0" y="0"/>
                  </a:moveTo>
                  <a:lnTo>
                    <a:pt x="1664246" y="0"/>
                  </a:lnTo>
                  <a:lnTo>
                    <a:pt x="1664246" y="1706919"/>
                  </a:lnTo>
                  <a:lnTo>
                    <a:pt x="0" y="1706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102597">
              <a:off x="1347561" y="783408"/>
              <a:ext cx="414097" cy="895943"/>
              <a:chOff x="0" y="0"/>
              <a:chExt cx="375669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7566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75669">
                    <a:moveTo>
                      <a:pt x="187834" y="0"/>
                    </a:moveTo>
                    <a:cubicBezTo>
                      <a:pt x="84096" y="0"/>
                      <a:pt x="0" y="181951"/>
                      <a:pt x="0" y="406400"/>
                    </a:cubicBezTo>
                    <a:cubicBezTo>
                      <a:pt x="0" y="630849"/>
                      <a:pt x="84096" y="812800"/>
                      <a:pt x="187834" y="812800"/>
                    </a:cubicBezTo>
                    <a:cubicBezTo>
                      <a:pt x="291572" y="812800"/>
                      <a:pt x="375669" y="630849"/>
                      <a:pt x="375669" y="406400"/>
                    </a:cubicBezTo>
                    <a:cubicBezTo>
                      <a:pt x="375669" y="181951"/>
                      <a:pt x="291572" y="0"/>
                      <a:pt x="187834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35219" y="104775"/>
                <a:ext cx="305231" cy="631825"/>
              </a:xfrm>
              <a:prstGeom prst="rect">
                <a:avLst/>
              </a:prstGeom>
            </p:spPr>
            <p:txBody>
              <a:bodyPr anchor="ctr" rtlCol="false" tIns="40202" lIns="40202" bIns="40202" rIns="4020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796359">
              <a:off x="1140057" y="777451"/>
              <a:ext cx="414097" cy="895943"/>
              <a:chOff x="0" y="0"/>
              <a:chExt cx="375669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7566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75669">
                    <a:moveTo>
                      <a:pt x="187834" y="0"/>
                    </a:moveTo>
                    <a:cubicBezTo>
                      <a:pt x="84096" y="0"/>
                      <a:pt x="0" y="181951"/>
                      <a:pt x="0" y="406400"/>
                    </a:cubicBezTo>
                    <a:cubicBezTo>
                      <a:pt x="0" y="630849"/>
                      <a:pt x="84096" y="812800"/>
                      <a:pt x="187834" y="812800"/>
                    </a:cubicBezTo>
                    <a:cubicBezTo>
                      <a:pt x="291572" y="812800"/>
                      <a:pt x="375669" y="630849"/>
                      <a:pt x="375669" y="406400"/>
                    </a:cubicBezTo>
                    <a:cubicBezTo>
                      <a:pt x="375669" y="181951"/>
                      <a:pt x="291572" y="0"/>
                      <a:pt x="187834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35219" y="104775"/>
                <a:ext cx="305231" cy="631825"/>
              </a:xfrm>
              <a:prstGeom prst="rect">
                <a:avLst/>
              </a:prstGeom>
            </p:spPr>
            <p:txBody>
              <a:bodyPr anchor="ctr" rtlCol="false" tIns="40202" lIns="40202" bIns="40202" rIns="4020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-1287323">
              <a:off x="561958" y="146362"/>
              <a:ext cx="1028377" cy="1203967"/>
              <a:chOff x="0" y="0"/>
              <a:chExt cx="694259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9425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4259">
                    <a:moveTo>
                      <a:pt x="347130" y="0"/>
                    </a:moveTo>
                    <a:cubicBezTo>
                      <a:pt x="155415" y="0"/>
                      <a:pt x="0" y="181951"/>
                      <a:pt x="0" y="406400"/>
                    </a:cubicBezTo>
                    <a:cubicBezTo>
                      <a:pt x="0" y="630849"/>
                      <a:pt x="155415" y="812800"/>
                      <a:pt x="347130" y="812800"/>
                    </a:cubicBezTo>
                    <a:cubicBezTo>
                      <a:pt x="538844" y="812800"/>
                      <a:pt x="694259" y="630849"/>
                      <a:pt x="694259" y="406400"/>
                    </a:cubicBezTo>
                    <a:cubicBezTo>
                      <a:pt x="694259" y="181951"/>
                      <a:pt x="538844" y="0"/>
                      <a:pt x="347130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65087" y="104775"/>
                <a:ext cx="564085" cy="631825"/>
              </a:xfrm>
              <a:prstGeom prst="rect">
                <a:avLst/>
              </a:prstGeom>
            </p:spPr>
            <p:txBody>
              <a:bodyPr anchor="ctr" rtlCol="false" tIns="40202" lIns="40202" bIns="40202" rIns="4020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-2015638">
              <a:off x="595065" y="781622"/>
              <a:ext cx="414097" cy="895943"/>
              <a:chOff x="0" y="0"/>
              <a:chExt cx="375669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7566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75669">
                    <a:moveTo>
                      <a:pt x="187834" y="0"/>
                    </a:moveTo>
                    <a:cubicBezTo>
                      <a:pt x="84096" y="0"/>
                      <a:pt x="0" y="181951"/>
                      <a:pt x="0" y="406400"/>
                    </a:cubicBezTo>
                    <a:cubicBezTo>
                      <a:pt x="0" y="630849"/>
                      <a:pt x="84096" y="812800"/>
                      <a:pt x="187834" y="812800"/>
                    </a:cubicBezTo>
                    <a:cubicBezTo>
                      <a:pt x="291572" y="812800"/>
                      <a:pt x="375669" y="630849"/>
                      <a:pt x="375669" y="406400"/>
                    </a:cubicBezTo>
                    <a:cubicBezTo>
                      <a:pt x="375669" y="181951"/>
                      <a:pt x="291572" y="0"/>
                      <a:pt x="187834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35219" y="104775"/>
                <a:ext cx="305231" cy="631825"/>
              </a:xfrm>
              <a:prstGeom prst="rect">
                <a:avLst/>
              </a:prstGeom>
            </p:spPr>
            <p:txBody>
              <a:bodyPr anchor="ctr" rtlCol="false" tIns="40202" lIns="40202" bIns="40202" rIns="4020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2287244" y="5323038"/>
            <a:ext cx="2192569" cy="219256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310462"/>
                  </a:lnTo>
                  <a:lnTo>
                    <a:pt x="657569" y="812800"/>
                  </a:lnTo>
                  <a:lnTo>
                    <a:pt x="155231" y="812800"/>
                  </a:lnTo>
                  <a:lnTo>
                    <a:pt x="0" y="31046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40E1A"/>
            </a:solidFill>
            <a:ln w="38100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127000" y="231775"/>
              <a:ext cx="558800" cy="530225"/>
            </a:xfrm>
            <a:prstGeom prst="rect">
              <a:avLst/>
            </a:prstGeom>
          </p:spPr>
          <p:txBody>
            <a:bodyPr anchor="ctr" rtlCol="false" tIns="16235" lIns="16235" bIns="16235" rIns="16235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66401" y="4850566"/>
            <a:ext cx="2315448" cy="2010377"/>
            <a:chOff x="0" y="0"/>
            <a:chExt cx="3087264" cy="26805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87264" cy="1651686"/>
            </a:xfrm>
            <a:custGeom>
              <a:avLst/>
              <a:gdLst/>
              <a:ahLst/>
              <a:cxnLst/>
              <a:rect r="r" b="b" t="t" l="l"/>
              <a:pathLst>
                <a:path h="1651686" w="3087264">
                  <a:moveTo>
                    <a:pt x="0" y="0"/>
                  </a:moveTo>
                  <a:lnTo>
                    <a:pt x="3087264" y="0"/>
                  </a:lnTo>
                  <a:lnTo>
                    <a:pt x="3087264" y="1651686"/>
                  </a:lnTo>
                  <a:lnTo>
                    <a:pt x="0" y="1651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968286" y="2146198"/>
              <a:ext cx="1842432" cy="534305"/>
            </a:xfrm>
            <a:custGeom>
              <a:avLst/>
              <a:gdLst/>
              <a:ahLst/>
              <a:cxnLst/>
              <a:rect r="r" b="b" t="t" l="l"/>
              <a:pathLst>
                <a:path h="534305" w="1842432">
                  <a:moveTo>
                    <a:pt x="0" y="0"/>
                  </a:moveTo>
                  <a:lnTo>
                    <a:pt x="1842433" y="0"/>
                  </a:lnTo>
                  <a:lnTo>
                    <a:pt x="1842433" y="534305"/>
                  </a:lnTo>
                  <a:lnTo>
                    <a:pt x="0" y="534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2500952" y="6070015"/>
            <a:ext cx="1780897" cy="370903"/>
            <a:chOff x="0" y="0"/>
            <a:chExt cx="2374529" cy="494538"/>
          </a:xfrm>
        </p:grpSpPr>
        <p:grpSp>
          <p:nvGrpSpPr>
            <p:cNvPr name="Group 30" id="30"/>
            <p:cNvGrpSpPr/>
            <p:nvPr/>
          </p:nvGrpSpPr>
          <p:grpSpPr>
            <a:xfrm rot="411043">
              <a:off x="1295268" y="61953"/>
              <a:ext cx="1060943" cy="370631"/>
              <a:chOff x="0" y="0"/>
              <a:chExt cx="812800" cy="28394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283945"/>
              </a:xfrm>
              <a:custGeom>
                <a:avLst/>
                <a:gdLst/>
                <a:ahLst/>
                <a:cxnLst/>
                <a:rect r="r" b="b" t="t" l="l"/>
                <a:pathLst>
                  <a:path h="283945" w="812800">
                    <a:moveTo>
                      <a:pt x="812800" y="0"/>
                    </a:moveTo>
                    <a:lnTo>
                      <a:pt x="0" y="0"/>
                    </a:lnTo>
                    <a:lnTo>
                      <a:pt x="101600" y="141972"/>
                    </a:lnTo>
                    <a:lnTo>
                      <a:pt x="0" y="283945"/>
                    </a:lnTo>
                    <a:lnTo>
                      <a:pt x="812800" y="283945"/>
                    </a:lnTo>
                    <a:lnTo>
                      <a:pt x="711200" y="141972"/>
                    </a:lnTo>
                    <a:lnTo>
                      <a:pt x="8128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88900" y="28575"/>
                <a:ext cx="635000" cy="255370"/>
              </a:xfrm>
              <a:prstGeom prst="rect">
                <a:avLst/>
              </a:prstGeom>
            </p:spPr>
            <p:txBody>
              <a:bodyPr anchor="ctr" rtlCol="false" tIns="16235" lIns="16235" bIns="16235" rIns="16235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-347290">
              <a:off x="15756" y="66450"/>
              <a:ext cx="1060943" cy="366094"/>
              <a:chOff x="0" y="0"/>
              <a:chExt cx="812800" cy="28046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280469"/>
              </a:xfrm>
              <a:custGeom>
                <a:avLst/>
                <a:gdLst/>
                <a:ahLst/>
                <a:cxnLst/>
                <a:rect r="r" b="b" t="t" l="l"/>
                <a:pathLst>
                  <a:path h="280469" w="812800">
                    <a:moveTo>
                      <a:pt x="812800" y="0"/>
                    </a:moveTo>
                    <a:lnTo>
                      <a:pt x="0" y="0"/>
                    </a:lnTo>
                    <a:lnTo>
                      <a:pt x="101600" y="140234"/>
                    </a:lnTo>
                    <a:lnTo>
                      <a:pt x="0" y="280469"/>
                    </a:lnTo>
                    <a:lnTo>
                      <a:pt x="812800" y="280469"/>
                    </a:lnTo>
                    <a:lnTo>
                      <a:pt x="711200" y="140234"/>
                    </a:lnTo>
                    <a:lnTo>
                      <a:pt x="8128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88900" y="28575"/>
                <a:ext cx="635000" cy="251894"/>
              </a:xfrm>
              <a:prstGeom prst="rect">
                <a:avLst/>
              </a:prstGeom>
            </p:spPr>
            <p:txBody>
              <a:bodyPr anchor="ctr" rtlCol="false" tIns="16235" lIns="16235" bIns="16235" rIns="16235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sp>
        <p:nvSpPr>
          <p:cNvPr name="Freeform 36" id="36"/>
          <p:cNvSpPr/>
          <p:nvPr/>
        </p:nvSpPr>
        <p:spPr>
          <a:xfrm flipH="true" flipV="false" rot="0">
            <a:off x="1441054" y="6721721"/>
            <a:ext cx="1683071" cy="1321336"/>
          </a:xfrm>
          <a:custGeom>
            <a:avLst/>
            <a:gdLst/>
            <a:ahLst/>
            <a:cxnLst/>
            <a:rect r="r" b="b" t="t" l="l"/>
            <a:pathLst>
              <a:path h="1321336" w="1683071">
                <a:moveTo>
                  <a:pt x="1683071" y="0"/>
                </a:moveTo>
                <a:lnTo>
                  <a:pt x="0" y="0"/>
                </a:lnTo>
                <a:lnTo>
                  <a:pt x="0" y="1321337"/>
                </a:lnTo>
                <a:lnTo>
                  <a:pt x="1683071" y="1321337"/>
                </a:lnTo>
                <a:lnTo>
                  <a:pt x="1683071" y="0"/>
                </a:lnTo>
                <a:close/>
              </a:path>
            </a:pathLst>
          </a:custGeom>
          <a:blipFill>
            <a:blip r:embed="rId14"/>
            <a:stretch>
              <a:fillRect l="0" t="-1892" r="-3452" b="-232"/>
            </a:stretch>
          </a:blipFill>
        </p:spPr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63559" y="2534428"/>
            <a:ext cx="6600306" cy="6293614"/>
          </a:xfrm>
          <a:custGeom>
            <a:avLst/>
            <a:gdLst/>
            <a:ahLst/>
            <a:cxnLst/>
            <a:rect r="r" b="b" t="t" l="l"/>
            <a:pathLst>
              <a:path h="6293614" w="6600306">
                <a:moveTo>
                  <a:pt x="0" y="0"/>
                </a:moveTo>
                <a:lnTo>
                  <a:pt x="6600305" y="0"/>
                </a:lnTo>
                <a:lnTo>
                  <a:pt x="6600305" y="6293614"/>
                </a:lnTo>
                <a:lnTo>
                  <a:pt x="0" y="6293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2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052587" y="3649254"/>
            <a:ext cx="4041949" cy="3495785"/>
            <a:chOff x="0" y="0"/>
            <a:chExt cx="5389266" cy="466104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415203" y="686983"/>
              <a:ext cx="3974063" cy="3974063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310462"/>
                    </a:lnTo>
                    <a:lnTo>
                      <a:pt x="657569" y="812800"/>
                    </a:lnTo>
                    <a:lnTo>
                      <a:pt x="155231" y="812800"/>
                    </a:lnTo>
                    <a:lnTo>
                      <a:pt x="0" y="31046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5715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27000" y="231775"/>
                <a:ext cx="558800" cy="530225"/>
              </a:xfrm>
              <a:prstGeom prst="rect">
                <a:avLst/>
              </a:prstGeom>
            </p:spPr>
            <p:txBody>
              <a:bodyPr anchor="ctr" rtlCol="false" tIns="22070" lIns="22070" bIns="22070" rIns="22070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2134304">
              <a:off x="971447" y="795994"/>
              <a:ext cx="500067" cy="1081949"/>
              <a:chOff x="0" y="0"/>
              <a:chExt cx="375669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7566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75669">
                    <a:moveTo>
                      <a:pt x="187834" y="0"/>
                    </a:moveTo>
                    <a:cubicBezTo>
                      <a:pt x="84096" y="0"/>
                      <a:pt x="0" y="181951"/>
                      <a:pt x="0" y="406400"/>
                    </a:cubicBezTo>
                    <a:cubicBezTo>
                      <a:pt x="0" y="630849"/>
                      <a:pt x="84096" y="812800"/>
                      <a:pt x="187834" y="812800"/>
                    </a:cubicBezTo>
                    <a:cubicBezTo>
                      <a:pt x="291572" y="812800"/>
                      <a:pt x="375669" y="630849"/>
                      <a:pt x="375669" y="406400"/>
                    </a:cubicBezTo>
                    <a:cubicBezTo>
                      <a:pt x="375669" y="181951"/>
                      <a:pt x="291572" y="0"/>
                      <a:pt x="187834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5715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35219" y="104775"/>
                <a:ext cx="305231" cy="631825"/>
              </a:xfrm>
              <a:prstGeom prst="rect">
                <a:avLst/>
              </a:prstGeom>
            </p:spPr>
            <p:txBody>
              <a:bodyPr anchor="ctr" rtlCol="false" tIns="48548" lIns="48548" bIns="48548" rIns="48548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638716" y="0"/>
              <a:ext cx="500067" cy="1081949"/>
              <a:chOff x="0" y="0"/>
              <a:chExt cx="375669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7566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75669">
                    <a:moveTo>
                      <a:pt x="187834" y="0"/>
                    </a:moveTo>
                    <a:cubicBezTo>
                      <a:pt x="84096" y="0"/>
                      <a:pt x="0" y="181951"/>
                      <a:pt x="0" y="406400"/>
                    </a:cubicBezTo>
                    <a:cubicBezTo>
                      <a:pt x="0" y="630849"/>
                      <a:pt x="84096" y="812800"/>
                      <a:pt x="187834" y="812800"/>
                    </a:cubicBezTo>
                    <a:cubicBezTo>
                      <a:pt x="291572" y="812800"/>
                      <a:pt x="375669" y="630849"/>
                      <a:pt x="375669" y="406400"/>
                    </a:cubicBezTo>
                    <a:cubicBezTo>
                      <a:pt x="375669" y="181951"/>
                      <a:pt x="291572" y="0"/>
                      <a:pt x="187834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5715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35219" y="104775"/>
                <a:ext cx="305231" cy="631825"/>
              </a:xfrm>
              <a:prstGeom prst="rect">
                <a:avLst/>
              </a:prstGeom>
            </p:spPr>
            <p:txBody>
              <a:bodyPr anchor="ctr" rtlCol="false" tIns="48548" lIns="48548" bIns="48548" rIns="48548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10387942">
              <a:off x="82472" y="610008"/>
              <a:ext cx="1241877" cy="1453921"/>
              <a:chOff x="0" y="0"/>
              <a:chExt cx="694259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9425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4259">
                    <a:moveTo>
                      <a:pt x="347130" y="0"/>
                    </a:moveTo>
                    <a:cubicBezTo>
                      <a:pt x="155415" y="0"/>
                      <a:pt x="0" y="181951"/>
                      <a:pt x="0" y="406400"/>
                    </a:cubicBezTo>
                    <a:cubicBezTo>
                      <a:pt x="0" y="630849"/>
                      <a:pt x="155415" y="812800"/>
                      <a:pt x="347130" y="812800"/>
                    </a:cubicBezTo>
                    <a:cubicBezTo>
                      <a:pt x="538844" y="812800"/>
                      <a:pt x="694259" y="630849"/>
                      <a:pt x="694259" y="406400"/>
                    </a:cubicBezTo>
                    <a:cubicBezTo>
                      <a:pt x="694259" y="181951"/>
                      <a:pt x="538844" y="0"/>
                      <a:pt x="347130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5715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65087" y="104775"/>
                <a:ext cx="564085" cy="631825"/>
              </a:xfrm>
              <a:prstGeom prst="rect">
                <a:avLst/>
              </a:prstGeom>
            </p:spPr>
            <p:txBody>
              <a:bodyPr anchor="ctr" rtlCol="false" tIns="48548" lIns="48548" bIns="48548" rIns="48548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411043">
              <a:off x="3550829" y="2043933"/>
              <a:ext cx="1442231" cy="200043"/>
              <a:chOff x="0" y="0"/>
              <a:chExt cx="812800" cy="11273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112738"/>
              </a:xfrm>
              <a:custGeom>
                <a:avLst/>
                <a:gdLst/>
                <a:ahLst/>
                <a:cxnLst/>
                <a:rect r="r" b="b" t="t" l="l"/>
                <a:pathLst>
                  <a:path h="112738" w="812800">
                    <a:moveTo>
                      <a:pt x="812800" y="0"/>
                    </a:moveTo>
                    <a:lnTo>
                      <a:pt x="0" y="0"/>
                    </a:lnTo>
                    <a:lnTo>
                      <a:pt x="101600" y="56369"/>
                    </a:lnTo>
                    <a:lnTo>
                      <a:pt x="0" y="112738"/>
                    </a:lnTo>
                    <a:lnTo>
                      <a:pt x="812800" y="112738"/>
                    </a:lnTo>
                    <a:lnTo>
                      <a:pt x="711200" y="56369"/>
                    </a:lnTo>
                    <a:lnTo>
                      <a:pt x="8128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28575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88900" y="28575"/>
                <a:ext cx="635000" cy="84163"/>
              </a:xfrm>
              <a:prstGeom prst="rect">
                <a:avLst/>
              </a:prstGeom>
            </p:spPr>
            <p:txBody>
              <a:bodyPr anchor="ctr" rtlCol="false" tIns="22070" lIns="22070" bIns="22070" rIns="22070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-347290">
              <a:off x="1811478" y="2041229"/>
              <a:ext cx="1442231" cy="208790"/>
              <a:chOff x="0" y="0"/>
              <a:chExt cx="812800" cy="11766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117668"/>
              </a:xfrm>
              <a:custGeom>
                <a:avLst/>
                <a:gdLst/>
                <a:ahLst/>
                <a:cxnLst/>
                <a:rect r="r" b="b" t="t" l="l"/>
                <a:pathLst>
                  <a:path h="117668" w="812800">
                    <a:moveTo>
                      <a:pt x="812800" y="0"/>
                    </a:moveTo>
                    <a:lnTo>
                      <a:pt x="0" y="0"/>
                    </a:lnTo>
                    <a:lnTo>
                      <a:pt x="101600" y="58834"/>
                    </a:lnTo>
                    <a:lnTo>
                      <a:pt x="0" y="117668"/>
                    </a:lnTo>
                    <a:lnTo>
                      <a:pt x="812800" y="117668"/>
                    </a:lnTo>
                    <a:lnTo>
                      <a:pt x="711200" y="58834"/>
                    </a:lnTo>
                    <a:lnTo>
                      <a:pt x="812800" y="0"/>
                    </a:lnTo>
                    <a:close/>
                  </a:path>
                </a:pathLst>
              </a:custGeom>
              <a:solidFill>
                <a:srgbClr val="040E1A"/>
              </a:solidFill>
              <a:ln w="28575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88900" y="28575"/>
                <a:ext cx="635000" cy="89093"/>
              </a:xfrm>
              <a:prstGeom prst="rect">
                <a:avLst/>
              </a:prstGeom>
            </p:spPr>
            <p:txBody>
              <a:bodyPr anchor="ctr" rtlCol="false" tIns="22070" lIns="22070" bIns="22070" rIns="22070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  <p:sp>
          <p:nvSpPr>
            <p:cNvPr name="AutoShape 22" id="22"/>
            <p:cNvSpPr/>
            <p:nvPr/>
          </p:nvSpPr>
          <p:spPr>
            <a:xfrm>
              <a:off x="2709385" y="3190383"/>
              <a:ext cx="1410767" cy="0"/>
            </a:xfrm>
            <a:prstGeom prst="line">
              <a:avLst/>
            </a:prstGeom>
            <a:ln cap="flat" w="50800">
              <a:solidFill>
                <a:srgbClr val="20E5F6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3" id="23"/>
            <p:cNvGrpSpPr/>
            <p:nvPr/>
          </p:nvGrpSpPr>
          <p:grpSpPr>
            <a:xfrm rot="0">
              <a:off x="2709385" y="2912929"/>
              <a:ext cx="1385700" cy="605708"/>
              <a:chOff x="0" y="0"/>
              <a:chExt cx="95215" cy="4162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5215" cy="41620"/>
              </a:xfrm>
              <a:custGeom>
                <a:avLst/>
                <a:gdLst/>
                <a:ahLst/>
                <a:cxnLst/>
                <a:rect r="r" b="b" t="t" l="l"/>
                <a:pathLst>
                  <a:path h="41620" w="95215">
                    <a:moveTo>
                      <a:pt x="0" y="0"/>
                    </a:moveTo>
                    <a:lnTo>
                      <a:pt x="95215" y="0"/>
                    </a:lnTo>
                    <a:lnTo>
                      <a:pt x="95215" y="41620"/>
                    </a:lnTo>
                    <a:lnTo>
                      <a:pt x="0" y="41620"/>
                    </a:lnTo>
                    <a:close/>
                  </a:path>
                </a:pathLst>
              </a:custGeom>
              <a:solidFill>
                <a:srgbClr val="020202"/>
              </a:solidFill>
              <a:ln w="5715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28575"/>
                <a:ext cx="95215" cy="13045"/>
              </a:xfrm>
              <a:prstGeom prst="rect">
                <a:avLst/>
              </a:prstGeom>
            </p:spPr>
            <p:txBody>
              <a:bodyPr anchor="ctr" rtlCol="false" tIns="49016" lIns="49016" bIns="49016" rIns="49016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</p:grpSp>
      <p:sp>
        <p:nvSpPr>
          <p:cNvPr name="Freeform 26" id="26"/>
          <p:cNvSpPr/>
          <p:nvPr/>
        </p:nvSpPr>
        <p:spPr>
          <a:xfrm flipH="false" flipV="true" rot="-10800000">
            <a:off x="-347178" y="-31765"/>
            <a:ext cx="4022015" cy="3700253"/>
          </a:xfrm>
          <a:custGeom>
            <a:avLst/>
            <a:gdLst/>
            <a:ahLst/>
            <a:cxnLst/>
            <a:rect r="r" b="b" t="t" l="l"/>
            <a:pathLst>
              <a:path h="3700253" w="4022015">
                <a:moveTo>
                  <a:pt x="0" y="3700253"/>
                </a:moveTo>
                <a:lnTo>
                  <a:pt x="4022014" y="3700253"/>
                </a:lnTo>
                <a:lnTo>
                  <a:pt x="4022014" y="0"/>
                </a:lnTo>
                <a:lnTo>
                  <a:pt x="0" y="0"/>
                </a:lnTo>
                <a:lnTo>
                  <a:pt x="0" y="3700253"/>
                </a:lnTo>
                <a:close/>
              </a:path>
            </a:pathLst>
          </a:custGeom>
          <a:blipFill>
            <a:blip r:embed="rId3">
              <a:alphaModFix amt="5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131636" y="6172200"/>
            <a:ext cx="4156364" cy="4114800"/>
          </a:xfrm>
          <a:custGeom>
            <a:avLst/>
            <a:gdLst/>
            <a:ahLst/>
            <a:cxnLst/>
            <a:rect r="r" b="b" t="t" l="l"/>
            <a:pathLst>
              <a:path h="4114800" w="4156364">
                <a:moveTo>
                  <a:pt x="0" y="0"/>
                </a:moveTo>
                <a:lnTo>
                  <a:pt x="4156364" y="0"/>
                </a:lnTo>
                <a:lnTo>
                  <a:pt x="41563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201701" y="1536422"/>
            <a:ext cx="1809838" cy="60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999" spc="399">
                <a:solidFill>
                  <a:srgbClr val="006D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SCOTT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74027" y="567484"/>
            <a:ext cx="6939947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CONCEPT ART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025" y="2870377"/>
            <a:ext cx="1282006" cy="1268503"/>
          </a:xfrm>
          <a:custGeom>
            <a:avLst/>
            <a:gdLst/>
            <a:ahLst/>
            <a:cxnLst/>
            <a:rect r="r" b="b" t="t" l="l"/>
            <a:pathLst>
              <a:path h="1268503" w="1282006">
                <a:moveTo>
                  <a:pt x="0" y="0"/>
                </a:moveTo>
                <a:lnTo>
                  <a:pt x="1282006" y="0"/>
                </a:lnTo>
                <a:lnTo>
                  <a:pt x="1282006" y="1268503"/>
                </a:lnTo>
                <a:lnTo>
                  <a:pt x="0" y="1268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43" t="-25945" r="-16115" b="-83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1332" y="6011590"/>
            <a:ext cx="1371391" cy="1279317"/>
          </a:xfrm>
          <a:custGeom>
            <a:avLst/>
            <a:gdLst/>
            <a:ahLst/>
            <a:cxnLst/>
            <a:rect r="r" b="b" t="t" l="l"/>
            <a:pathLst>
              <a:path h="1279317" w="1371391">
                <a:moveTo>
                  <a:pt x="0" y="0"/>
                </a:moveTo>
                <a:lnTo>
                  <a:pt x="1371391" y="0"/>
                </a:lnTo>
                <a:lnTo>
                  <a:pt x="1371391" y="1279317"/>
                </a:lnTo>
                <a:lnTo>
                  <a:pt x="0" y="12793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733" t="-36321" r="-26591" b="-1203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16232" y="2704100"/>
            <a:ext cx="1312719" cy="1315781"/>
          </a:xfrm>
          <a:custGeom>
            <a:avLst/>
            <a:gdLst/>
            <a:ahLst/>
            <a:cxnLst/>
            <a:rect r="r" b="b" t="t" l="l"/>
            <a:pathLst>
              <a:path h="1315781" w="1312719">
                <a:moveTo>
                  <a:pt x="0" y="0"/>
                </a:moveTo>
                <a:lnTo>
                  <a:pt x="1312719" y="0"/>
                </a:lnTo>
                <a:lnTo>
                  <a:pt x="1312719" y="1315781"/>
                </a:lnTo>
                <a:lnTo>
                  <a:pt x="0" y="13157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87" t="-4681" r="-22379" b="-1152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84852" y="2355461"/>
            <a:ext cx="10718295" cy="7931539"/>
          </a:xfrm>
          <a:custGeom>
            <a:avLst/>
            <a:gdLst/>
            <a:ahLst/>
            <a:cxnLst/>
            <a:rect r="r" b="b" t="t" l="l"/>
            <a:pathLst>
              <a:path h="7931539" w="10718295">
                <a:moveTo>
                  <a:pt x="0" y="0"/>
                </a:moveTo>
                <a:lnTo>
                  <a:pt x="10718296" y="0"/>
                </a:lnTo>
                <a:lnTo>
                  <a:pt x="10718296" y="7931539"/>
                </a:lnTo>
                <a:lnTo>
                  <a:pt x="0" y="79315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06734" y="6203183"/>
            <a:ext cx="1476572" cy="1122322"/>
          </a:xfrm>
          <a:custGeom>
            <a:avLst/>
            <a:gdLst/>
            <a:ahLst/>
            <a:cxnLst/>
            <a:rect r="r" b="b" t="t" l="l"/>
            <a:pathLst>
              <a:path h="1122322" w="1476572">
                <a:moveTo>
                  <a:pt x="0" y="0"/>
                </a:moveTo>
                <a:lnTo>
                  <a:pt x="1476572" y="0"/>
                </a:lnTo>
                <a:lnTo>
                  <a:pt x="1476572" y="1122322"/>
                </a:lnTo>
                <a:lnTo>
                  <a:pt x="0" y="11223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277" t="-41064" r="-13322" b="-2053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26724" y="-984220"/>
            <a:ext cx="4871563" cy="4481838"/>
          </a:xfrm>
          <a:custGeom>
            <a:avLst/>
            <a:gdLst/>
            <a:ahLst/>
            <a:cxnLst/>
            <a:rect r="r" b="b" t="t" l="l"/>
            <a:pathLst>
              <a:path h="4481838" w="4871563">
                <a:moveTo>
                  <a:pt x="0" y="0"/>
                </a:moveTo>
                <a:lnTo>
                  <a:pt x="4871564" y="0"/>
                </a:lnTo>
                <a:lnTo>
                  <a:pt x="4871564" y="4481838"/>
                </a:lnTo>
                <a:lnTo>
                  <a:pt x="0" y="44818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81308" y="687101"/>
            <a:ext cx="2125385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HUD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0770" y="7481407"/>
            <a:ext cx="2692515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</a:pPr>
            <a:r>
              <a:rPr lang="en-US" sz="2299" spc="22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Vida da Torre Principal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922760" y="4280335"/>
            <a:ext cx="2606413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"/>
              </a:lnSpc>
            </a:pPr>
            <a:r>
              <a:rPr lang="en-US" sz="2299" spc="22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Configurações Gerais do Jogo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52614" y="7745791"/>
            <a:ext cx="2946704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</a:pPr>
            <a:r>
              <a:rPr lang="en-US" sz="2299" spc="22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Configurações de Som do Jogo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49100" y="691578"/>
            <a:ext cx="15810200" cy="8903845"/>
            <a:chOff x="0" y="0"/>
            <a:chExt cx="21080266" cy="118717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80266" cy="11871793"/>
            </a:xfrm>
            <a:custGeom>
              <a:avLst/>
              <a:gdLst/>
              <a:ahLst/>
              <a:cxnLst/>
              <a:rect r="r" b="b" t="t" l="l"/>
              <a:pathLst>
                <a:path h="11871793" w="21080266">
                  <a:moveTo>
                    <a:pt x="0" y="0"/>
                  </a:moveTo>
                  <a:lnTo>
                    <a:pt x="21080266" y="0"/>
                  </a:lnTo>
                  <a:lnTo>
                    <a:pt x="21080266" y="11871793"/>
                  </a:lnTo>
                  <a:lnTo>
                    <a:pt x="0" y="11871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8475642" y="1310194"/>
              <a:ext cx="1024071" cy="702279"/>
              <a:chOff x="0" y="0"/>
              <a:chExt cx="176186" cy="12082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76186" cy="120823"/>
              </a:xfrm>
              <a:custGeom>
                <a:avLst/>
                <a:gdLst/>
                <a:ahLst/>
                <a:cxnLst/>
                <a:rect r="r" b="b" t="t" l="l"/>
                <a:pathLst>
                  <a:path h="120823" w="176186">
                    <a:moveTo>
                      <a:pt x="0" y="0"/>
                    </a:moveTo>
                    <a:lnTo>
                      <a:pt x="176186" y="0"/>
                    </a:lnTo>
                    <a:lnTo>
                      <a:pt x="176186" y="120823"/>
                    </a:lnTo>
                    <a:lnTo>
                      <a:pt x="0" y="12082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28575"/>
                <a:ext cx="176186" cy="92248"/>
              </a:xfrm>
              <a:prstGeom prst="rect">
                <a:avLst/>
              </a:prstGeom>
            </p:spPr>
            <p:txBody>
              <a:bodyPr anchor="ctr" rtlCol="false" tIns="58325" lIns="58325" bIns="58325" rIns="58325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3816867" y="1112129"/>
              <a:ext cx="4658775" cy="1098410"/>
            </a:xfrm>
            <a:custGeom>
              <a:avLst/>
              <a:gdLst/>
              <a:ahLst/>
              <a:cxnLst/>
              <a:rect r="r" b="b" t="t" l="l"/>
              <a:pathLst>
                <a:path h="1098410" w="4658775">
                  <a:moveTo>
                    <a:pt x="0" y="0"/>
                  </a:moveTo>
                  <a:lnTo>
                    <a:pt x="4658775" y="0"/>
                  </a:lnTo>
                  <a:lnTo>
                    <a:pt x="4658775" y="1098410"/>
                  </a:lnTo>
                  <a:lnTo>
                    <a:pt x="0" y="1098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8490052" y="1380872"/>
              <a:ext cx="497626" cy="631602"/>
            </a:xfrm>
            <a:custGeom>
              <a:avLst/>
              <a:gdLst/>
              <a:ahLst/>
              <a:cxnLst/>
              <a:rect r="r" b="b" t="t" l="l"/>
              <a:pathLst>
                <a:path h="631602" w="497626">
                  <a:moveTo>
                    <a:pt x="0" y="0"/>
                  </a:moveTo>
                  <a:lnTo>
                    <a:pt x="497626" y="0"/>
                  </a:lnTo>
                  <a:lnTo>
                    <a:pt x="497626" y="631602"/>
                  </a:lnTo>
                  <a:lnTo>
                    <a:pt x="0" y="631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20626229" y="104030"/>
              <a:ext cx="210381" cy="358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5"/>
                </a:lnSpc>
                <a:spcBef>
                  <a:spcPct val="0"/>
                </a:spcBef>
              </a:pPr>
              <a:r>
                <a:rPr lang="en-US" sz="1575" spc="244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X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20587062" y="163615"/>
              <a:ext cx="288713" cy="288713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1316">
                  <a:alpha val="12941"/>
                </a:srgbClr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3564" lIns="3564" bIns="3564" rIns="3564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3017304" y="1220935"/>
              <a:ext cx="911950" cy="936868"/>
              <a:chOff x="0" y="0"/>
              <a:chExt cx="156896" cy="16118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56896" cy="161183"/>
              </a:xfrm>
              <a:custGeom>
                <a:avLst/>
                <a:gdLst/>
                <a:ahLst/>
                <a:cxnLst/>
                <a:rect r="r" b="b" t="t" l="l"/>
                <a:pathLst>
                  <a:path h="161183" w="156896">
                    <a:moveTo>
                      <a:pt x="0" y="0"/>
                    </a:moveTo>
                    <a:lnTo>
                      <a:pt x="156896" y="0"/>
                    </a:lnTo>
                    <a:lnTo>
                      <a:pt x="156896" y="161183"/>
                    </a:lnTo>
                    <a:lnTo>
                      <a:pt x="0" y="16118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76200"/>
                <a:ext cx="156896" cy="237383"/>
              </a:xfrm>
              <a:prstGeom prst="rect">
                <a:avLst/>
              </a:prstGeom>
            </p:spPr>
            <p:txBody>
              <a:bodyPr anchor="ctr" rtlCol="false" tIns="58325" lIns="58325" bIns="58325" rIns="58325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</p:grpSp>
      <p:sp>
        <p:nvSpPr>
          <p:cNvPr name="TextBox 26" id="26"/>
          <p:cNvSpPr txBox="true"/>
          <p:nvPr/>
        </p:nvSpPr>
        <p:spPr>
          <a:xfrm rot="0">
            <a:off x="394028" y="4160863"/>
            <a:ext cx="3246000" cy="120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</a:pPr>
            <a:r>
              <a:rPr lang="en-US" sz="2299" spc="22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Quantidade de Torres de Defesa/Pontos de Proteção extras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025" y="2870377"/>
            <a:ext cx="1282006" cy="1268503"/>
          </a:xfrm>
          <a:custGeom>
            <a:avLst/>
            <a:gdLst/>
            <a:ahLst/>
            <a:cxnLst/>
            <a:rect r="r" b="b" t="t" l="l"/>
            <a:pathLst>
              <a:path h="1268503" w="1282006">
                <a:moveTo>
                  <a:pt x="0" y="0"/>
                </a:moveTo>
                <a:lnTo>
                  <a:pt x="1282006" y="0"/>
                </a:lnTo>
                <a:lnTo>
                  <a:pt x="1282006" y="1268503"/>
                </a:lnTo>
                <a:lnTo>
                  <a:pt x="0" y="1268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43" t="-25945" r="-16115" b="-83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1332" y="6011590"/>
            <a:ext cx="1371391" cy="1279317"/>
          </a:xfrm>
          <a:custGeom>
            <a:avLst/>
            <a:gdLst/>
            <a:ahLst/>
            <a:cxnLst/>
            <a:rect r="r" b="b" t="t" l="l"/>
            <a:pathLst>
              <a:path h="1279317" w="1371391">
                <a:moveTo>
                  <a:pt x="0" y="0"/>
                </a:moveTo>
                <a:lnTo>
                  <a:pt x="1371391" y="0"/>
                </a:lnTo>
                <a:lnTo>
                  <a:pt x="1371391" y="1279317"/>
                </a:lnTo>
                <a:lnTo>
                  <a:pt x="0" y="12793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733" t="-36321" r="-26591" b="-1203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16232" y="2704100"/>
            <a:ext cx="1312719" cy="1315781"/>
          </a:xfrm>
          <a:custGeom>
            <a:avLst/>
            <a:gdLst/>
            <a:ahLst/>
            <a:cxnLst/>
            <a:rect r="r" b="b" t="t" l="l"/>
            <a:pathLst>
              <a:path h="1315781" w="1312719">
                <a:moveTo>
                  <a:pt x="0" y="0"/>
                </a:moveTo>
                <a:lnTo>
                  <a:pt x="1312719" y="0"/>
                </a:lnTo>
                <a:lnTo>
                  <a:pt x="1312719" y="1315781"/>
                </a:lnTo>
                <a:lnTo>
                  <a:pt x="0" y="13157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87" t="-4681" r="-22379" b="-1152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84852" y="2355461"/>
            <a:ext cx="10718295" cy="7931539"/>
          </a:xfrm>
          <a:custGeom>
            <a:avLst/>
            <a:gdLst/>
            <a:ahLst/>
            <a:cxnLst/>
            <a:rect r="r" b="b" t="t" l="l"/>
            <a:pathLst>
              <a:path h="7931539" w="10718295">
                <a:moveTo>
                  <a:pt x="0" y="0"/>
                </a:moveTo>
                <a:lnTo>
                  <a:pt x="10718296" y="0"/>
                </a:lnTo>
                <a:lnTo>
                  <a:pt x="10718296" y="7931539"/>
                </a:lnTo>
                <a:lnTo>
                  <a:pt x="0" y="79315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06734" y="6203183"/>
            <a:ext cx="1476572" cy="1122322"/>
          </a:xfrm>
          <a:custGeom>
            <a:avLst/>
            <a:gdLst/>
            <a:ahLst/>
            <a:cxnLst/>
            <a:rect r="r" b="b" t="t" l="l"/>
            <a:pathLst>
              <a:path h="1122322" w="1476572">
                <a:moveTo>
                  <a:pt x="0" y="0"/>
                </a:moveTo>
                <a:lnTo>
                  <a:pt x="1476572" y="0"/>
                </a:lnTo>
                <a:lnTo>
                  <a:pt x="1476572" y="1122322"/>
                </a:lnTo>
                <a:lnTo>
                  <a:pt x="0" y="11223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277" t="-41064" r="-13322" b="-2053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26724" y="-984220"/>
            <a:ext cx="4871563" cy="4481838"/>
          </a:xfrm>
          <a:custGeom>
            <a:avLst/>
            <a:gdLst/>
            <a:ahLst/>
            <a:cxnLst/>
            <a:rect r="r" b="b" t="t" l="l"/>
            <a:pathLst>
              <a:path h="4481838" w="4871563">
                <a:moveTo>
                  <a:pt x="0" y="0"/>
                </a:moveTo>
                <a:lnTo>
                  <a:pt x="4871564" y="0"/>
                </a:lnTo>
                <a:lnTo>
                  <a:pt x="4871564" y="4481838"/>
                </a:lnTo>
                <a:lnTo>
                  <a:pt x="0" y="44818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57958" y="3010283"/>
            <a:ext cx="9572084" cy="5384297"/>
          </a:xfrm>
          <a:custGeom>
            <a:avLst/>
            <a:gdLst/>
            <a:ahLst/>
            <a:cxnLst/>
            <a:rect r="r" b="b" t="t" l="l"/>
            <a:pathLst>
              <a:path h="5384297" w="9572084">
                <a:moveTo>
                  <a:pt x="0" y="0"/>
                </a:moveTo>
                <a:lnTo>
                  <a:pt x="9572084" y="0"/>
                </a:lnTo>
                <a:lnTo>
                  <a:pt x="9572084" y="5384298"/>
                </a:lnTo>
                <a:lnTo>
                  <a:pt x="0" y="53842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081308" y="687101"/>
            <a:ext cx="2125385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HUD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4028" y="4160863"/>
            <a:ext cx="3246000" cy="120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</a:pPr>
            <a:r>
              <a:rPr lang="en-US" sz="2299" spc="22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Quantidade de Torres de Defesa/Pontos de Proteção extras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0770" y="7481407"/>
            <a:ext cx="2692515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</a:pPr>
            <a:r>
              <a:rPr lang="en-US" sz="2299" spc="22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Vida da Torre Principal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922760" y="4280335"/>
            <a:ext cx="2606413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</a:pPr>
            <a:r>
              <a:rPr lang="en-US" sz="2299" spc="22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Configurações Gerais do Jogo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52614" y="7745791"/>
            <a:ext cx="2946704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</a:pPr>
            <a:r>
              <a:rPr lang="en-US" sz="2299" spc="22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Configurações de Som do Jogo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025" y="2870377"/>
            <a:ext cx="1282006" cy="1268503"/>
          </a:xfrm>
          <a:custGeom>
            <a:avLst/>
            <a:gdLst/>
            <a:ahLst/>
            <a:cxnLst/>
            <a:rect r="r" b="b" t="t" l="l"/>
            <a:pathLst>
              <a:path h="1268503" w="1282006">
                <a:moveTo>
                  <a:pt x="0" y="0"/>
                </a:moveTo>
                <a:lnTo>
                  <a:pt x="1282006" y="0"/>
                </a:lnTo>
                <a:lnTo>
                  <a:pt x="1282006" y="1268503"/>
                </a:lnTo>
                <a:lnTo>
                  <a:pt x="0" y="1268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43" t="-25945" r="-16115" b="-836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1332" y="6011590"/>
            <a:ext cx="1371391" cy="1279317"/>
          </a:xfrm>
          <a:custGeom>
            <a:avLst/>
            <a:gdLst/>
            <a:ahLst/>
            <a:cxnLst/>
            <a:rect r="r" b="b" t="t" l="l"/>
            <a:pathLst>
              <a:path h="1279317" w="1371391">
                <a:moveTo>
                  <a:pt x="0" y="0"/>
                </a:moveTo>
                <a:lnTo>
                  <a:pt x="1371391" y="0"/>
                </a:lnTo>
                <a:lnTo>
                  <a:pt x="1371391" y="1279317"/>
                </a:lnTo>
                <a:lnTo>
                  <a:pt x="0" y="12793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733" t="-36321" r="-26591" b="-1203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16232" y="2704100"/>
            <a:ext cx="1312719" cy="1315781"/>
          </a:xfrm>
          <a:custGeom>
            <a:avLst/>
            <a:gdLst/>
            <a:ahLst/>
            <a:cxnLst/>
            <a:rect r="r" b="b" t="t" l="l"/>
            <a:pathLst>
              <a:path h="1315781" w="1312719">
                <a:moveTo>
                  <a:pt x="0" y="0"/>
                </a:moveTo>
                <a:lnTo>
                  <a:pt x="1312719" y="0"/>
                </a:lnTo>
                <a:lnTo>
                  <a:pt x="1312719" y="1315781"/>
                </a:lnTo>
                <a:lnTo>
                  <a:pt x="0" y="13157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87" t="-4681" r="-22379" b="-1152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84852" y="2355461"/>
            <a:ext cx="10718295" cy="7931539"/>
          </a:xfrm>
          <a:custGeom>
            <a:avLst/>
            <a:gdLst/>
            <a:ahLst/>
            <a:cxnLst/>
            <a:rect r="r" b="b" t="t" l="l"/>
            <a:pathLst>
              <a:path h="7931539" w="10718295">
                <a:moveTo>
                  <a:pt x="0" y="0"/>
                </a:moveTo>
                <a:lnTo>
                  <a:pt x="10718296" y="0"/>
                </a:lnTo>
                <a:lnTo>
                  <a:pt x="10718296" y="7931539"/>
                </a:lnTo>
                <a:lnTo>
                  <a:pt x="0" y="79315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06734" y="6203183"/>
            <a:ext cx="1476572" cy="1122322"/>
          </a:xfrm>
          <a:custGeom>
            <a:avLst/>
            <a:gdLst/>
            <a:ahLst/>
            <a:cxnLst/>
            <a:rect r="r" b="b" t="t" l="l"/>
            <a:pathLst>
              <a:path h="1122322" w="1476572">
                <a:moveTo>
                  <a:pt x="0" y="0"/>
                </a:moveTo>
                <a:lnTo>
                  <a:pt x="1476572" y="0"/>
                </a:lnTo>
                <a:lnTo>
                  <a:pt x="1476572" y="1122322"/>
                </a:lnTo>
                <a:lnTo>
                  <a:pt x="0" y="11223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277" t="-41064" r="-13322" b="-2053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26724" y="-984220"/>
            <a:ext cx="4871563" cy="4481838"/>
          </a:xfrm>
          <a:custGeom>
            <a:avLst/>
            <a:gdLst/>
            <a:ahLst/>
            <a:cxnLst/>
            <a:rect r="r" b="b" t="t" l="l"/>
            <a:pathLst>
              <a:path h="4481838" w="4871563">
                <a:moveTo>
                  <a:pt x="0" y="0"/>
                </a:moveTo>
                <a:lnTo>
                  <a:pt x="4871564" y="0"/>
                </a:lnTo>
                <a:lnTo>
                  <a:pt x="4871564" y="4481838"/>
                </a:lnTo>
                <a:lnTo>
                  <a:pt x="0" y="44818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57958" y="3014370"/>
            <a:ext cx="9536465" cy="5364261"/>
          </a:xfrm>
          <a:custGeom>
            <a:avLst/>
            <a:gdLst/>
            <a:ahLst/>
            <a:cxnLst/>
            <a:rect r="r" b="b" t="t" l="l"/>
            <a:pathLst>
              <a:path h="5364261" w="9536465">
                <a:moveTo>
                  <a:pt x="0" y="0"/>
                </a:moveTo>
                <a:lnTo>
                  <a:pt x="9536464" y="0"/>
                </a:lnTo>
                <a:lnTo>
                  <a:pt x="9536464" y="5364262"/>
                </a:lnTo>
                <a:lnTo>
                  <a:pt x="0" y="53642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081308" y="687101"/>
            <a:ext cx="2125385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HUD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0770" y="7481407"/>
            <a:ext cx="2692515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</a:pPr>
            <a:r>
              <a:rPr lang="en-US" sz="2299" spc="22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Vida da Torre Principal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922760" y="4280335"/>
            <a:ext cx="2606413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</a:pPr>
            <a:r>
              <a:rPr lang="en-US" sz="2299" spc="22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Configurações Gerais do Jogo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52614" y="7745791"/>
            <a:ext cx="2946704" cy="63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</a:pPr>
            <a:r>
              <a:rPr lang="en-US" sz="2299" spc="22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Configurações de Som do Jogo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4028" y="4160863"/>
            <a:ext cx="3246000" cy="120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</a:pPr>
            <a:r>
              <a:rPr lang="en-US" sz="2299" spc="22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Quantidade de Torres de Defesa/Pontos de Proteção extras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4257" y="2824145"/>
            <a:ext cx="3431996" cy="3147048"/>
          </a:xfrm>
          <a:custGeom>
            <a:avLst/>
            <a:gdLst/>
            <a:ahLst/>
            <a:cxnLst/>
            <a:rect r="r" b="b" t="t" l="l"/>
            <a:pathLst>
              <a:path h="3147048" w="3431996">
                <a:moveTo>
                  <a:pt x="0" y="0"/>
                </a:moveTo>
                <a:lnTo>
                  <a:pt x="3431996" y="0"/>
                </a:lnTo>
                <a:lnTo>
                  <a:pt x="3431996" y="3147048"/>
                </a:lnTo>
                <a:lnTo>
                  <a:pt x="0" y="3147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227" t="-19312" r="-51026" b="-55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76289" y="2074250"/>
            <a:ext cx="6935423" cy="7005477"/>
          </a:xfrm>
          <a:custGeom>
            <a:avLst/>
            <a:gdLst/>
            <a:ahLst/>
            <a:cxnLst/>
            <a:rect r="r" b="b" t="t" l="l"/>
            <a:pathLst>
              <a:path h="7005477" w="6935423">
                <a:moveTo>
                  <a:pt x="0" y="0"/>
                </a:moveTo>
                <a:lnTo>
                  <a:pt x="6935422" y="0"/>
                </a:lnTo>
                <a:lnTo>
                  <a:pt x="6935422" y="7005478"/>
                </a:lnTo>
                <a:lnTo>
                  <a:pt x="0" y="70054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10680" y="2824145"/>
            <a:ext cx="2556373" cy="2498800"/>
          </a:xfrm>
          <a:custGeom>
            <a:avLst/>
            <a:gdLst/>
            <a:ahLst/>
            <a:cxnLst/>
            <a:rect r="r" b="b" t="t" l="l"/>
            <a:pathLst>
              <a:path h="2498800" w="2556373">
                <a:moveTo>
                  <a:pt x="0" y="0"/>
                </a:moveTo>
                <a:lnTo>
                  <a:pt x="2556373" y="0"/>
                </a:lnTo>
                <a:lnTo>
                  <a:pt x="2556373" y="2498800"/>
                </a:lnTo>
                <a:lnTo>
                  <a:pt x="0" y="249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659" t="-11967" r="-65158" b="-4711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039697" y="2713912"/>
            <a:ext cx="4641791" cy="3843273"/>
          </a:xfrm>
          <a:custGeom>
            <a:avLst/>
            <a:gdLst/>
            <a:ahLst/>
            <a:cxnLst/>
            <a:rect r="r" b="b" t="t" l="l"/>
            <a:pathLst>
              <a:path h="3843273" w="4641791">
                <a:moveTo>
                  <a:pt x="0" y="0"/>
                </a:moveTo>
                <a:lnTo>
                  <a:pt x="4641792" y="0"/>
                </a:lnTo>
                <a:lnTo>
                  <a:pt x="4641792" y="3843274"/>
                </a:lnTo>
                <a:lnTo>
                  <a:pt x="0" y="38432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50575" y="687106"/>
            <a:ext cx="4786851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ASSETS 3D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93291" y="2111933"/>
            <a:ext cx="2093927" cy="60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999" spc="399">
                <a:solidFill>
                  <a:srgbClr val="D5D5D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BLOCO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63797" y="2162345"/>
            <a:ext cx="2303256" cy="60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999" spc="399">
                <a:solidFill>
                  <a:srgbClr val="E4DE0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ESTRELA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63215" y="2111933"/>
            <a:ext cx="3394756" cy="60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999" spc="399">
                <a:solidFill>
                  <a:srgbClr val="6CD5A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ESCRITÓRIO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907265" y="6356096"/>
            <a:ext cx="4368569" cy="3661820"/>
          </a:xfrm>
          <a:custGeom>
            <a:avLst/>
            <a:gdLst/>
            <a:ahLst/>
            <a:cxnLst/>
            <a:rect r="r" b="b" t="t" l="l"/>
            <a:pathLst>
              <a:path h="3661820" w="4368569">
                <a:moveTo>
                  <a:pt x="0" y="0"/>
                </a:moveTo>
                <a:lnTo>
                  <a:pt x="4368570" y="0"/>
                </a:lnTo>
                <a:lnTo>
                  <a:pt x="4368570" y="3661820"/>
                </a:lnTo>
                <a:lnTo>
                  <a:pt x="0" y="3661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9154" t="-27910" r="-67397" b="-23187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283320" y="5878511"/>
            <a:ext cx="3616461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999" spc="399">
                <a:solidFill>
                  <a:srgbClr val="FF914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MÃOS PARA CAIXA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10800000">
            <a:off x="-347178" y="6739438"/>
            <a:ext cx="4022015" cy="3700253"/>
          </a:xfrm>
          <a:custGeom>
            <a:avLst/>
            <a:gdLst/>
            <a:ahLst/>
            <a:cxnLst/>
            <a:rect r="r" b="b" t="t" l="l"/>
            <a:pathLst>
              <a:path h="3700253" w="4022015">
                <a:moveTo>
                  <a:pt x="0" y="0"/>
                </a:moveTo>
                <a:lnTo>
                  <a:pt x="4022014" y="0"/>
                </a:lnTo>
                <a:lnTo>
                  <a:pt x="4022014" y="3700254"/>
                </a:lnTo>
                <a:lnTo>
                  <a:pt x="0" y="37002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86600" y="320209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52183" y="2382138"/>
            <a:ext cx="5783634" cy="5754716"/>
          </a:xfrm>
          <a:custGeom>
            <a:avLst/>
            <a:gdLst/>
            <a:ahLst/>
            <a:cxnLst/>
            <a:rect r="r" b="b" t="t" l="l"/>
            <a:pathLst>
              <a:path h="5754716" w="5783634">
                <a:moveTo>
                  <a:pt x="0" y="0"/>
                </a:moveTo>
                <a:lnTo>
                  <a:pt x="5783634" y="0"/>
                </a:lnTo>
                <a:lnTo>
                  <a:pt x="5783634" y="5754716"/>
                </a:lnTo>
                <a:lnTo>
                  <a:pt x="0" y="57547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4073" y="4069098"/>
            <a:ext cx="8460704" cy="4555269"/>
          </a:xfrm>
          <a:custGeom>
            <a:avLst/>
            <a:gdLst/>
            <a:ahLst/>
            <a:cxnLst/>
            <a:rect r="r" b="b" t="t" l="l"/>
            <a:pathLst>
              <a:path h="4555269" w="8460704">
                <a:moveTo>
                  <a:pt x="0" y="0"/>
                </a:moveTo>
                <a:lnTo>
                  <a:pt x="8460704" y="0"/>
                </a:lnTo>
                <a:lnTo>
                  <a:pt x="8460704" y="4555269"/>
                </a:lnTo>
                <a:lnTo>
                  <a:pt x="0" y="45552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94492" y="4168700"/>
            <a:ext cx="8497577" cy="4555269"/>
          </a:xfrm>
          <a:custGeom>
            <a:avLst/>
            <a:gdLst/>
            <a:ahLst/>
            <a:cxnLst/>
            <a:rect r="r" b="b" t="t" l="l"/>
            <a:pathLst>
              <a:path h="4555269" w="8497577">
                <a:moveTo>
                  <a:pt x="0" y="0"/>
                </a:moveTo>
                <a:lnTo>
                  <a:pt x="8497577" y="0"/>
                </a:lnTo>
                <a:lnTo>
                  <a:pt x="8497577" y="4555269"/>
                </a:lnTo>
                <a:lnTo>
                  <a:pt x="0" y="45552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5228" y="136527"/>
            <a:ext cx="4156364" cy="4114800"/>
          </a:xfrm>
          <a:custGeom>
            <a:avLst/>
            <a:gdLst/>
            <a:ahLst/>
            <a:cxnLst/>
            <a:rect r="r" b="b" t="t" l="l"/>
            <a:pathLst>
              <a:path h="4114800" w="4156364">
                <a:moveTo>
                  <a:pt x="0" y="0"/>
                </a:moveTo>
                <a:lnTo>
                  <a:pt x="4156364" y="0"/>
                </a:lnTo>
                <a:lnTo>
                  <a:pt x="41563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790074" y="5950037"/>
            <a:ext cx="4156364" cy="4114800"/>
          </a:xfrm>
          <a:custGeom>
            <a:avLst/>
            <a:gdLst/>
            <a:ahLst/>
            <a:cxnLst/>
            <a:rect r="r" b="b" t="t" l="l"/>
            <a:pathLst>
              <a:path h="4114800" w="4156364">
                <a:moveTo>
                  <a:pt x="415636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56364" y="0"/>
                </a:lnTo>
                <a:lnTo>
                  <a:pt x="4156364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59903" y="1060907"/>
            <a:ext cx="4368193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MAYA 3D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29575" y="2962294"/>
            <a:ext cx="3409708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999" spc="399">
                <a:solidFill>
                  <a:srgbClr val="006D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TORRES COMPLETAS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93430" y="2971819"/>
            <a:ext cx="3140571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999" spc="399">
                <a:solidFill>
                  <a:srgbClr val="006D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BLOCO DA TORRE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57053" y="434917"/>
            <a:ext cx="16773894" cy="9417166"/>
            <a:chOff x="0" y="0"/>
            <a:chExt cx="22365192" cy="125562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365192" cy="12556221"/>
            </a:xfrm>
            <a:custGeom>
              <a:avLst/>
              <a:gdLst/>
              <a:ahLst/>
              <a:cxnLst/>
              <a:rect r="r" b="b" t="t" l="l"/>
              <a:pathLst>
                <a:path h="12556221" w="22365192">
                  <a:moveTo>
                    <a:pt x="0" y="0"/>
                  </a:moveTo>
                  <a:lnTo>
                    <a:pt x="22365192" y="0"/>
                  </a:lnTo>
                  <a:lnTo>
                    <a:pt x="22365192" y="12556221"/>
                  </a:lnTo>
                  <a:lnTo>
                    <a:pt x="0" y="12556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1855476" y="233643"/>
              <a:ext cx="203006" cy="3373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27"/>
                </a:lnSpc>
                <a:spcBef>
                  <a:spcPct val="0"/>
                </a:spcBef>
              </a:pPr>
              <a:r>
                <a:rPr lang="en-US" sz="1519" spc="235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X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21817683" y="282951"/>
              <a:ext cx="278593" cy="278593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1316">
                  <a:alpha val="12941"/>
                </a:srgbClr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3104" lIns="3104" bIns="3104" rIns="3104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</p:grp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86600" y="320209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52183" y="2382138"/>
            <a:ext cx="5783634" cy="5754716"/>
          </a:xfrm>
          <a:custGeom>
            <a:avLst/>
            <a:gdLst/>
            <a:ahLst/>
            <a:cxnLst/>
            <a:rect r="r" b="b" t="t" l="l"/>
            <a:pathLst>
              <a:path h="5754716" w="5783634">
                <a:moveTo>
                  <a:pt x="0" y="0"/>
                </a:moveTo>
                <a:lnTo>
                  <a:pt x="5783634" y="0"/>
                </a:lnTo>
                <a:lnTo>
                  <a:pt x="5783634" y="5754716"/>
                </a:lnTo>
                <a:lnTo>
                  <a:pt x="0" y="57547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4073" y="4069098"/>
            <a:ext cx="8460704" cy="4555269"/>
          </a:xfrm>
          <a:custGeom>
            <a:avLst/>
            <a:gdLst/>
            <a:ahLst/>
            <a:cxnLst/>
            <a:rect r="r" b="b" t="t" l="l"/>
            <a:pathLst>
              <a:path h="4555269" w="8460704">
                <a:moveTo>
                  <a:pt x="0" y="0"/>
                </a:moveTo>
                <a:lnTo>
                  <a:pt x="8460704" y="0"/>
                </a:lnTo>
                <a:lnTo>
                  <a:pt x="8460704" y="4555269"/>
                </a:lnTo>
                <a:lnTo>
                  <a:pt x="0" y="45552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94492" y="4168700"/>
            <a:ext cx="8497577" cy="4555269"/>
          </a:xfrm>
          <a:custGeom>
            <a:avLst/>
            <a:gdLst/>
            <a:ahLst/>
            <a:cxnLst/>
            <a:rect r="r" b="b" t="t" l="l"/>
            <a:pathLst>
              <a:path h="4555269" w="8497577">
                <a:moveTo>
                  <a:pt x="0" y="0"/>
                </a:moveTo>
                <a:lnTo>
                  <a:pt x="8497577" y="0"/>
                </a:lnTo>
                <a:lnTo>
                  <a:pt x="8497577" y="4555269"/>
                </a:lnTo>
                <a:lnTo>
                  <a:pt x="0" y="45552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5228" y="136527"/>
            <a:ext cx="4156364" cy="4114800"/>
          </a:xfrm>
          <a:custGeom>
            <a:avLst/>
            <a:gdLst/>
            <a:ahLst/>
            <a:cxnLst/>
            <a:rect r="r" b="b" t="t" l="l"/>
            <a:pathLst>
              <a:path h="4114800" w="4156364">
                <a:moveTo>
                  <a:pt x="0" y="0"/>
                </a:moveTo>
                <a:lnTo>
                  <a:pt x="4156364" y="0"/>
                </a:lnTo>
                <a:lnTo>
                  <a:pt x="41563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790074" y="5950037"/>
            <a:ext cx="4156364" cy="4114800"/>
          </a:xfrm>
          <a:custGeom>
            <a:avLst/>
            <a:gdLst/>
            <a:ahLst/>
            <a:cxnLst/>
            <a:rect r="r" b="b" t="t" l="l"/>
            <a:pathLst>
              <a:path h="4114800" w="4156364">
                <a:moveTo>
                  <a:pt x="415636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56364" y="0"/>
                </a:lnTo>
                <a:lnTo>
                  <a:pt x="4156364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59903" y="1060907"/>
            <a:ext cx="4368193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MAYA 3D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29575" y="2962294"/>
            <a:ext cx="3409708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999" spc="399">
                <a:solidFill>
                  <a:srgbClr val="006D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TORRES COMPLETAS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93430" y="2971819"/>
            <a:ext cx="3140571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999" spc="399">
                <a:solidFill>
                  <a:srgbClr val="006D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BLOCO DA TORRE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76289" y="2074250"/>
            <a:ext cx="6935423" cy="7005477"/>
          </a:xfrm>
          <a:custGeom>
            <a:avLst/>
            <a:gdLst/>
            <a:ahLst/>
            <a:cxnLst/>
            <a:rect r="r" b="b" t="t" l="l"/>
            <a:pathLst>
              <a:path h="7005477" w="6935423">
                <a:moveTo>
                  <a:pt x="0" y="0"/>
                </a:moveTo>
                <a:lnTo>
                  <a:pt x="6935422" y="0"/>
                </a:lnTo>
                <a:lnTo>
                  <a:pt x="6935422" y="7005478"/>
                </a:lnTo>
                <a:lnTo>
                  <a:pt x="0" y="7005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67402" y="3668488"/>
            <a:ext cx="5954722" cy="4056024"/>
          </a:xfrm>
          <a:custGeom>
            <a:avLst/>
            <a:gdLst/>
            <a:ahLst/>
            <a:cxnLst/>
            <a:rect r="r" b="b" t="t" l="l"/>
            <a:pathLst>
              <a:path h="4056024" w="5954722">
                <a:moveTo>
                  <a:pt x="0" y="0"/>
                </a:moveTo>
                <a:lnTo>
                  <a:pt x="5954722" y="0"/>
                </a:lnTo>
                <a:lnTo>
                  <a:pt x="5954722" y="4056024"/>
                </a:lnTo>
                <a:lnTo>
                  <a:pt x="0" y="40560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70580" y="3668488"/>
            <a:ext cx="3813961" cy="4056024"/>
          </a:xfrm>
          <a:custGeom>
            <a:avLst/>
            <a:gdLst/>
            <a:ahLst/>
            <a:cxnLst/>
            <a:rect r="r" b="b" t="t" l="l"/>
            <a:pathLst>
              <a:path h="4056024" w="3813961">
                <a:moveTo>
                  <a:pt x="0" y="0"/>
                </a:moveTo>
                <a:lnTo>
                  <a:pt x="3813961" y="0"/>
                </a:lnTo>
                <a:lnTo>
                  <a:pt x="3813961" y="4056024"/>
                </a:lnTo>
                <a:lnTo>
                  <a:pt x="0" y="40560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3322" y="3668488"/>
            <a:ext cx="4222313" cy="4056024"/>
          </a:xfrm>
          <a:custGeom>
            <a:avLst/>
            <a:gdLst/>
            <a:ahLst/>
            <a:cxnLst/>
            <a:rect r="r" b="b" t="t" l="l"/>
            <a:pathLst>
              <a:path h="4056024" w="4222313">
                <a:moveTo>
                  <a:pt x="0" y="0"/>
                </a:moveTo>
                <a:lnTo>
                  <a:pt x="4222313" y="0"/>
                </a:lnTo>
                <a:lnTo>
                  <a:pt x="4222313" y="4056024"/>
                </a:lnTo>
                <a:lnTo>
                  <a:pt x="0" y="40560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56016" y="2508558"/>
            <a:ext cx="4575969" cy="60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999" spc="399">
                <a:solidFill>
                  <a:srgbClr val="006D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TORRES SIMPLES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59903" y="1060907"/>
            <a:ext cx="4368193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MAYA 3D</a:t>
            </a:r>
          </a:p>
        </p:txBody>
      </p:sp>
      <p:sp>
        <p:nvSpPr>
          <p:cNvPr name="Freeform 8" id="8"/>
          <p:cNvSpPr/>
          <p:nvPr/>
        </p:nvSpPr>
        <p:spPr>
          <a:xfrm flipH="false" flipV="true" rot="-10800000">
            <a:off x="-347178" y="-31765"/>
            <a:ext cx="4022015" cy="3700253"/>
          </a:xfrm>
          <a:custGeom>
            <a:avLst/>
            <a:gdLst/>
            <a:ahLst/>
            <a:cxnLst/>
            <a:rect r="r" b="b" t="t" l="l"/>
            <a:pathLst>
              <a:path h="3700253" w="4022015">
                <a:moveTo>
                  <a:pt x="0" y="3700253"/>
                </a:moveTo>
                <a:lnTo>
                  <a:pt x="4022014" y="3700253"/>
                </a:lnTo>
                <a:lnTo>
                  <a:pt x="4022014" y="0"/>
                </a:lnTo>
                <a:lnTo>
                  <a:pt x="0" y="0"/>
                </a:lnTo>
                <a:lnTo>
                  <a:pt x="0" y="3700253"/>
                </a:lnTo>
                <a:close/>
              </a:path>
            </a:pathLst>
          </a:custGeom>
          <a:blipFill>
            <a:blip r:embed="rId7">
              <a:alphaModFix amt="57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10800000">
            <a:off x="14373533" y="6705160"/>
            <a:ext cx="4022015" cy="3700253"/>
          </a:xfrm>
          <a:custGeom>
            <a:avLst/>
            <a:gdLst/>
            <a:ahLst/>
            <a:cxnLst/>
            <a:rect r="r" b="b" t="t" l="l"/>
            <a:pathLst>
              <a:path h="3700253" w="4022015">
                <a:moveTo>
                  <a:pt x="4022015" y="0"/>
                </a:moveTo>
                <a:lnTo>
                  <a:pt x="0" y="0"/>
                </a:lnTo>
                <a:lnTo>
                  <a:pt x="0" y="3700254"/>
                </a:lnTo>
                <a:lnTo>
                  <a:pt x="4022015" y="3700254"/>
                </a:lnTo>
                <a:lnTo>
                  <a:pt x="4022015" y="0"/>
                </a:lnTo>
                <a:close/>
              </a:path>
            </a:pathLst>
          </a:custGeom>
          <a:blipFill>
            <a:blip r:embed="rId7">
              <a:alphaModFix amt="57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070036" y="-922683"/>
            <a:ext cx="4973672" cy="4575778"/>
          </a:xfrm>
          <a:custGeom>
            <a:avLst/>
            <a:gdLst/>
            <a:ahLst/>
            <a:cxnLst/>
            <a:rect r="r" b="b" t="t" l="l"/>
            <a:pathLst>
              <a:path h="4575778" w="4973672">
                <a:moveTo>
                  <a:pt x="4973672" y="4575778"/>
                </a:moveTo>
                <a:lnTo>
                  <a:pt x="0" y="4575778"/>
                </a:lnTo>
                <a:lnTo>
                  <a:pt x="0" y="0"/>
                </a:lnTo>
                <a:lnTo>
                  <a:pt x="4973672" y="0"/>
                </a:lnTo>
                <a:lnTo>
                  <a:pt x="4973672" y="45757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17964" y="3559156"/>
            <a:ext cx="9852072" cy="4407365"/>
          </a:xfrm>
          <a:custGeom>
            <a:avLst/>
            <a:gdLst/>
            <a:ahLst/>
            <a:cxnLst/>
            <a:rect r="r" b="b" t="t" l="l"/>
            <a:pathLst>
              <a:path h="4407365" w="9852072">
                <a:moveTo>
                  <a:pt x="0" y="0"/>
                </a:moveTo>
                <a:lnTo>
                  <a:pt x="9852072" y="0"/>
                </a:lnTo>
                <a:lnTo>
                  <a:pt x="9852072" y="4407365"/>
                </a:lnTo>
                <a:lnTo>
                  <a:pt x="0" y="4407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504" t="-25883" r="-12748" b="-2272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80361" y="2350813"/>
            <a:ext cx="5727277" cy="60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999" spc="399">
                <a:solidFill>
                  <a:srgbClr val="006D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MODELOS DE MÃOS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59903" y="1075860"/>
            <a:ext cx="4368193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MAYA 3D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0">
            <a:off x="-714866" y="6357826"/>
            <a:ext cx="4871563" cy="4481838"/>
          </a:xfrm>
          <a:custGeom>
            <a:avLst/>
            <a:gdLst/>
            <a:ahLst/>
            <a:cxnLst/>
            <a:rect r="r" b="b" t="t" l="l"/>
            <a:pathLst>
              <a:path h="4481838" w="4871563">
                <a:moveTo>
                  <a:pt x="4871563" y="4481838"/>
                </a:moveTo>
                <a:lnTo>
                  <a:pt x="0" y="4481838"/>
                </a:lnTo>
                <a:lnTo>
                  <a:pt x="0" y="0"/>
                </a:lnTo>
                <a:lnTo>
                  <a:pt x="4871563" y="0"/>
                </a:lnTo>
                <a:lnTo>
                  <a:pt x="4871563" y="448183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7134" y="509971"/>
            <a:ext cx="16182166" cy="9143984"/>
            <a:chOff x="0" y="0"/>
            <a:chExt cx="21576221" cy="121919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76221" cy="12191978"/>
            </a:xfrm>
            <a:custGeom>
              <a:avLst/>
              <a:gdLst/>
              <a:ahLst/>
              <a:cxnLst/>
              <a:rect r="r" b="b" t="t" l="l"/>
              <a:pathLst>
                <a:path h="12191978" w="21576221">
                  <a:moveTo>
                    <a:pt x="0" y="0"/>
                  </a:moveTo>
                  <a:lnTo>
                    <a:pt x="21576221" y="0"/>
                  </a:lnTo>
                  <a:lnTo>
                    <a:pt x="21576221" y="12191978"/>
                  </a:lnTo>
                  <a:lnTo>
                    <a:pt x="0" y="12191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1121974" y="155636"/>
              <a:ext cx="195493" cy="325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49"/>
                </a:lnSpc>
                <a:spcBef>
                  <a:spcPct val="0"/>
                </a:spcBef>
              </a:pPr>
              <a:r>
                <a:rPr lang="en-US" sz="1463" spc="22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X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21085579" y="204176"/>
              <a:ext cx="268282" cy="268282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1316">
                  <a:alpha val="12941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070036" y="-922683"/>
            <a:ext cx="4973672" cy="4575778"/>
          </a:xfrm>
          <a:custGeom>
            <a:avLst/>
            <a:gdLst/>
            <a:ahLst/>
            <a:cxnLst/>
            <a:rect r="r" b="b" t="t" l="l"/>
            <a:pathLst>
              <a:path h="4575778" w="4973672">
                <a:moveTo>
                  <a:pt x="4973672" y="4575778"/>
                </a:moveTo>
                <a:lnTo>
                  <a:pt x="0" y="4575778"/>
                </a:lnTo>
                <a:lnTo>
                  <a:pt x="0" y="0"/>
                </a:lnTo>
                <a:lnTo>
                  <a:pt x="4973672" y="0"/>
                </a:lnTo>
                <a:lnTo>
                  <a:pt x="4973672" y="45757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17964" y="3559156"/>
            <a:ext cx="9852072" cy="4407365"/>
          </a:xfrm>
          <a:custGeom>
            <a:avLst/>
            <a:gdLst/>
            <a:ahLst/>
            <a:cxnLst/>
            <a:rect r="r" b="b" t="t" l="l"/>
            <a:pathLst>
              <a:path h="4407365" w="9852072">
                <a:moveTo>
                  <a:pt x="0" y="0"/>
                </a:moveTo>
                <a:lnTo>
                  <a:pt x="9852072" y="0"/>
                </a:lnTo>
                <a:lnTo>
                  <a:pt x="9852072" y="4407365"/>
                </a:lnTo>
                <a:lnTo>
                  <a:pt x="0" y="4407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504" t="-25883" r="-12748" b="-2272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80361" y="2350813"/>
            <a:ext cx="5727277" cy="60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999" spc="399">
                <a:solidFill>
                  <a:srgbClr val="006D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MODELOS DE MÃOS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59903" y="1075860"/>
            <a:ext cx="4368193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MAYA 3D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0">
            <a:off x="-714866" y="6357826"/>
            <a:ext cx="4871563" cy="4481838"/>
          </a:xfrm>
          <a:custGeom>
            <a:avLst/>
            <a:gdLst/>
            <a:ahLst/>
            <a:cxnLst/>
            <a:rect r="r" b="b" t="t" l="l"/>
            <a:pathLst>
              <a:path h="4481838" w="4871563">
                <a:moveTo>
                  <a:pt x="4871563" y="4481838"/>
                </a:moveTo>
                <a:lnTo>
                  <a:pt x="0" y="4481838"/>
                </a:lnTo>
                <a:lnTo>
                  <a:pt x="0" y="0"/>
                </a:lnTo>
                <a:lnTo>
                  <a:pt x="4871563" y="0"/>
                </a:lnTo>
                <a:lnTo>
                  <a:pt x="4871563" y="448183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55917" y="6394916"/>
            <a:ext cx="4156364" cy="4114800"/>
          </a:xfrm>
          <a:custGeom>
            <a:avLst/>
            <a:gdLst/>
            <a:ahLst/>
            <a:cxnLst/>
            <a:rect r="r" b="b" t="t" l="l"/>
            <a:pathLst>
              <a:path h="4114800" w="4156364">
                <a:moveTo>
                  <a:pt x="0" y="0"/>
                </a:moveTo>
                <a:lnTo>
                  <a:pt x="4156364" y="0"/>
                </a:lnTo>
                <a:lnTo>
                  <a:pt x="41563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76289" y="2074250"/>
            <a:ext cx="6935423" cy="7005477"/>
          </a:xfrm>
          <a:custGeom>
            <a:avLst/>
            <a:gdLst/>
            <a:ahLst/>
            <a:cxnLst/>
            <a:rect r="r" b="b" t="t" l="l"/>
            <a:pathLst>
              <a:path h="7005477" w="6935423">
                <a:moveTo>
                  <a:pt x="0" y="0"/>
                </a:moveTo>
                <a:lnTo>
                  <a:pt x="6935422" y="0"/>
                </a:lnTo>
                <a:lnTo>
                  <a:pt x="6935422" y="7005478"/>
                </a:lnTo>
                <a:lnTo>
                  <a:pt x="0" y="70054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84089" y="3979604"/>
            <a:ext cx="5278710" cy="5064997"/>
          </a:xfrm>
          <a:custGeom>
            <a:avLst/>
            <a:gdLst/>
            <a:ahLst/>
            <a:cxnLst/>
            <a:rect r="r" b="b" t="t" l="l"/>
            <a:pathLst>
              <a:path h="5064997" w="5278710">
                <a:moveTo>
                  <a:pt x="0" y="0"/>
                </a:moveTo>
                <a:lnTo>
                  <a:pt x="5278710" y="0"/>
                </a:lnTo>
                <a:lnTo>
                  <a:pt x="5278710" y="5064997"/>
                </a:lnTo>
                <a:lnTo>
                  <a:pt x="0" y="50649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0848" y="3691466"/>
            <a:ext cx="6678051" cy="4146988"/>
          </a:xfrm>
          <a:custGeom>
            <a:avLst/>
            <a:gdLst/>
            <a:ahLst/>
            <a:cxnLst/>
            <a:rect r="r" b="b" t="t" l="l"/>
            <a:pathLst>
              <a:path h="4146988" w="6678051">
                <a:moveTo>
                  <a:pt x="0" y="0"/>
                </a:moveTo>
                <a:lnTo>
                  <a:pt x="6678051" y="0"/>
                </a:lnTo>
                <a:lnTo>
                  <a:pt x="6678051" y="4146988"/>
                </a:lnTo>
                <a:lnTo>
                  <a:pt x="0" y="41469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214" t="0" r="-221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06266" y="2841838"/>
            <a:ext cx="4187215" cy="60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999" spc="399">
                <a:solidFill>
                  <a:srgbClr val="006D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COMPUTADOR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90970" y="2594188"/>
            <a:ext cx="3464947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</a:pPr>
            <a:r>
              <a:rPr lang="en-US" sz="3999" spc="399">
                <a:solidFill>
                  <a:srgbClr val="006DFE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MÃOS PARA CAIXA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59903" y="1060907"/>
            <a:ext cx="4368193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MAYA 3D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5309" y="1932643"/>
            <a:ext cx="18773836" cy="8354357"/>
          </a:xfrm>
          <a:custGeom>
            <a:avLst/>
            <a:gdLst/>
            <a:ahLst/>
            <a:cxnLst/>
            <a:rect r="r" b="b" t="t" l="l"/>
            <a:pathLst>
              <a:path h="8354357" w="18773836">
                <a:moveTo>
                  <a:pt x="0" y="0"/>
                </a:moveTo>
                <a:lnTo>
                  <a:pt x="18773836" y="0"/>
                </a:lnTo>
                <a:lnTo>
                  <a:pt x="18773836" y="8354357"/>
                </a:lnTo>
                <a:lnTo>
                  <a:pt x="0" y="83543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20129" y="3222864"/>
            <a:ext cx="7101480" cy="4421573"/>
          </a:xfrm>
          <a:custGeom>
            <a:avLst/>
            <a:gdLst/>
            <a:ahLst/>
            <a:cxnLst/>
            <a:rect r="r" b="b" t="t" l="l"/>
            <a:pathLst>
              <a:path h="4421573" w="7101480">
                <a:moveTo>
                  <a:pt x="0" y="0"/>
                </a:moveTo>
                <a:lnTo>
                  <a:pt x="7101480" y="0"/>
                </a:lnTo>
                <a:lnTo>
                  <a:pt x="7101480" y="4421573"/>
                </a:lnTo>
                <a:lnTo>
                  <a:pt x="0" y="4421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421" t="-9506" r="-29266" b="-950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89077" y="3977210"/>
            <a:ext cx="3957221" cy="3074675"/>
          </a:xfrm>
          <a:custGeom>
            <a:avLst/>
            <a:gdLst/>
            <a:ahLst/>
            <a:cxnLst/>
            <a:rect r="r" b="b" t="t" l="l"/>
            <a:pathLst>
              <a:path h="3074675" w="3957221">
                <a:moveTo>
                  <a:pt x="0" y="0"/>
                </a:moveTo>
                <a:lnTo>
                  <a:pt x="3957221" y="0"/>
                </a:lnTo>
                <a:lnTo>
                  <a:pt x="3957221" y="3074675"/>
                </a:lnTo>
                <a:lnTo>
                  <a:pt x="0" y="30746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247851">
            <a:off x="16224825" y="4184909"/>
            <a:ext cx="200618" cy="7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"/>
              </a:lnSpc>
            </a:pPr>
            <a:r>
              <a:rPr lang="en-US" b="true" sz="565">
                <a:solidFill>
                  <a:srgbClr val="5B5B5B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FRONT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98887" y="881483"/>
            <a:ext cx="11090227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MAYA 3D: UV/ TEXTURA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74495" y="7222406"/>
            <a:ext cx="4091031" cy="60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999" spc="399">
                <a:solidFill>
                  <a:srgbClr val="74CFE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MÃOS PLAYER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394294" y="3375231"/>
            <a:ext cx="2420689" cy="60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999" spc="399">
                <a:solidFill>
                  <a:srgbClr val="74CFE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ESTRELA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21090" y="0"/>
            <a:ext cx="9566910" cy="10287000"/>
          </a:xfrm>
          <a:custGeom>
            <a:avLst/>
            <a:gdLst/>
            <a:ahLst/>
            <a:cxnLst/>
            <a:rect r="r" b="b" t="t" l="l"/>
            <a:pathLst>
              <a:path h="10287000" w="9566910">
                <a:moveTo>
                  <a:pt x="0" y="0"/>
                </a:moveTo>
                <a:lnTo>
                  <a:pt x="9566910" y="0"/>
                </a:lnTo>
                <a:lnTo>
                  <a:pt x="95669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3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05520" y="5768810"/>
            <a:ext cx="3829672" cy="3818895"/>
            <a:chOff x="0" y="0"/>
            <a:chExt cx="1008638" cy="1005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08638" cy="1005800"/>
            </a:xfrm>
            <a:custGeom>
              <a:avLst/>
              <a:gdLst/>
              <a:ahLst/>
              <a:cxnLst/>
              <a:rect r="r" b="b" t="t" l="l"/>
              <a:pathLst>
                <a:path h="1005800" w="1008638">
                  <a:moveTo>
                    <a:pt x="14151" y="0"/>
                  </a:moveTo>
                  <a:lnTo>
                    <a:pt x="994487" y="0"/>
                  </a:lnTo>
                  <a:cubicBezTo>
                    <a:pt x="998240" y="0"/>
                    <a:pt x="1001839" y="1491"/>
                    <a:pt x="1004493" y="4145"/>
                  </a:cubicBezTo>
                  <a:cubicBezTo>
                    <a:pt x="1007147" y="6799"/>
                    <a:pt x="1008638" y="10398"/>
                    <a:pt x="1008638" y="14151"/>
                  </a:cubicBezTo>
                  <a:lnTo>
                    <a:pt x="1008638" y="991649"/>
                  </a:lnTo>
                  <a:cubicBezTo>
                    <a:pt x="1008638" y="995402"/>
                    <a:pt x="1007147" y="999001"/>
                    <a:pt x="1004493" y="1001655"/>
                  </a:cubicBezTo>
                  <a:cubicBezTo>
                    <a:pt x="1001839" y="1004309"/>
                    <a:pt x="998240" y="1005800"/>
                    <a:pt x="994487" y="1005800"/>
                  </a:cubicBezTo>
                  <a:lnTo>
                    <a:pt x="14151" y="1005800"/>
                  </a:lnTo>
                  <a:cubicBezTo>
                    <a:pt x="10398" y="1005800"/>
                    <a:pt x="6799" y="1004309"/>
                    <a:pt x="4145" y="1001655"/>
                  </a:cubicBezTo>
                  <a:cubicBezTo>
                    <a:pt x="1491" y="999001"/>
                    <a:pt x="0" y="995402"/>
                    <a:pt x="0" y="991649"/>
                  </a:cubicBezTo>
                  <a:lnTo>
                    <a:pt x="0" y="14151"/>
                  </a:lnTo>
                  <a:cubicBezTo>
                    <a:pt x="0" y="10398"/>
                    <a:pt x="1491" y="6799"/>
                    <a:pt x="4145" y="4145"/>
                  </a:cubicBezTo>
                  <a:cubicBezTo>
                    <a:pt x="6799" y="1491"/>
                    <a:pt x="10398" y="0"/>
                    <a:pt x="14151" y="0"/>
                  </a:cubicBezTo>
                  <a:close/>
                </a:path>
              </a:pathLst>
            </a:custGeom>
            <a:solidFill>
              <a:srgbClr val="282828"/>
            </a:solidFill>
            <a:ln w="19050" cap="sq">
              <a:solidFill>
                <a:srgbClr val="E50D0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1008638" cy="1082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49274" y="5947287"/>
            <a:ext cx="3538709" cy="3086100"/>
            <a:chOff x="0" y="0"/>
            <a:chExt cx="932006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2006" cy="812800"/>
            </a:xfrm>
            <a:custGeom>
              <a:avLst/>
              <a:gdLst/>
              <a:ahLst/>
              <a:cxnLst/>
              <a:rect r="r" b="b" t="t" l="l"/>
              <a:pathLst>
                <a:path h="812800" w="932006">
                  <a:moveTo>
                    <a:pt x="8751" y="0"/>
                  </a:moveTo>
                  <a:lnTo>
                    <a:pt x="923254" y="0"/>
                  </a:lnTo>
                  <a:cubicBezTo>
                    <a:pt x="925575" y="0"/>
                    <a:pt x="927801" y="922"/>
                    <a:pt x="929442" y="2563"/>
                  </a:cubicBezTo>
                  <a:cubicBezTo>
                    <a:pt x="931084" y="4204"/>
                    <a:pt x="932006" y="6430"/>
                    <a:pt x="932006" y="8751"/>
                  </a:cubicBezTo>
                  <a:lnTo>
                    <a:pt x="932006" y="804049"/>
                  </a:lnTo>
                  <a:cubicBezTo>
                    <a:pt x="932006" y="808882"/>
                    <a:pt x="928088" y="812800"/>
                    <a:pt x="923254" y="812800"/>
                  </a:cubicBezTo>
                  <a:lnTo>
                    <a:pt x="8751" y="812800"/>
                  </a:lnTo>
                  <a:cubicBezTo>
                    <a:pt x="3918" y="812800"/>
                    <a:pt x="0" y="808882"/>
                    <a:pt x="0" y="804049"/>
                  </a:cubicBezTo>
                  <a:lnTo>
                    <a:pt x="0" y="8751"/>
                  </a:lnTo>
                  <a:cubicBezTo>
                    <a:pt x="0" y="3918"/>
                    <a:pt x="3918" y="0"/>
                    <a:pt x="8751" y="0"/>
                  </a:cubicBezTo>
                  <a:close/>
                </a:path>
              </a:pathLst>
            </a:custGeom>
            <a:solidFill>
              <a:srgbClr val="4F4E4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932006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374143" y="6462841"/>
            <a:ext cx="3513840" cy="2174703"/>
          </a:xfrm>
          <a:custGeom>
            <a:avLst/>
            <a:gdLst/>
            <a:ahLst/>
            <a:cxnLst/>
            <a:rect r="r" b="b" t="t" l="l"/>
            <a:pathLst>
              <a:path h="2174703" w="3513840">
                <a:moveTo>
                  <a:pt x="0" y="0"/>
                </a:moveTo>
                <a:lnTo>
                  <a:pt x="3513840" y="0"/>
                </a:lnTo>
                <a:lnTo>
                  <a:pt x="3513840" y="2174704"/>
                </a:lnTo>
                <a:lnTo>
                  <a:pt x="0" y="2174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696" t="-58066" r="-29953" b="-25439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229528" y="5768810"/>
            <a:ext cx="3829672" cy="3818895"/>
            <a:chOff x="0" y="0"/>
            <a:chExt cx="1008638" cy="1005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8638" cy="1005800"/>
            </a:xfrm>
            <a:custGeom>
              <a:avLst/>
              <a:gdLst/>
              <a:ahLst/>
              <a:cxnLst/>
              <a:rect r="r" b="b" t="t" l="l"/>
              <a:pathLst>
                <a:path h="1005800" w="1008638">
                  <a:moveTo>
                    <a:pt x="14151" y="0"/>
                  </a:moveTo>
                  <a:lnTo>
                    <a:pt x="994487" y="0"/>
                  </a:lnTo>
                  <a:cubicBezTo>
                    <a:pt x="998240" y="0"/>
                    <a:pt x="1001839" y="1491"/>
                    <a:pt x="1004493" y="4145"/>
                  </a:cubicBezTo>
                  <a:cubicBezTo>
                    <a:pt x="1007147" y="6799"/>
                    <a:pt x="1008638" y="10398"/>
                    <a:pt x="1008638" y="14151"/>
                  </a:cubicBezTo>
                  <a:lnTo>
                    <a:pt x="1008638" y="991649"/>
                  </a:lnTo>
                  <a:cubicBezTo>
                    <a:pt x="1008638" y="995402"/>
                    <a:pt x="1007147" y="999001"/>
                    <a:pt x="1004493" y="1001655"/>
                  </a:cubicBezTo>
                  <a:cubicBezTo>
                    <a:pt x="1001839" y="1004309"/>
                    <a:pt x="998240" y="1005800"/>
                    <a:pt x="994487" y="1005800"/>
                  </a:cubicBezTo>
                  <a:lnTo>
                    <a:pt x="14151" y="1005800"/>
                  </a:lnTo>
                  <a:cubicBezTo>
                    <a:pt x="10398" y="1005800"/>
                    <a:pt x="6799" y="1004309"/>
                    <a:pt x="4145" y="1001655"/>
                  </a:cubicBezTo>
                  <a:cubicBezTo>
                    <a:pt x="1491" y="999001"/>
                    <a:pt x="0" y="995402"/>
                    <a:pt x="0" y="991649"/>
                  </a:cubicBezTo>
                  <a:lnTo>
                    <a:pt x="0" y="14151"/>
                  </a:lnTo>
                  <a:cubicBezTo>
                    <a:pt x="0" y="10398"/>
                    <a:pt x="1491" y="6799"/>
                    <a:pt x="4145" y="4145"/>
                  </a:cubicBezTo>
                  <a:cubicBezTo>
                    <a:pt x="6799" y="1491"/>
                    <a:pt x="10398" y="0"/>
                    <a:pt x="14151" y="0"/>
                  </a:cubicBezTo>
                  <a:close/>
                </a:path>
              </a:pathLst>
            </a:custGeom>
            <a:solidFill>
              <a:srgbClr val="282828"/>
            </a:solidFill>
            <a:ln w="19050" cap="sq">
              <a:solidFill>
                <a:srgbClr val="E50D0A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008638" cy="1082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73281" y="5947287"/>
            <a:ext cx="3538709" cy="3086100"/>
            <a:chOff x="0" y="0"/>
            <a:chExt cx="932006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2006" cy="812800"/>
            </a:xfrm>
            <a:custGeom>
              <a:avLst/>
              <a:gdLst/>
              <a:ahLst/>
              <a:cxnLst/>
              <a:rect r="r" b="b" t="t" l="l"/>
              <a:pathLst>
                <a:path h="812800" w="932006">
                  <a:moveTo>
                    <a:pt x="8751" y="0"/>
                  </a:moveTo>
                  <a:lnTo>
                    <a:pt x="923254" y="0"/>
                  </a:lnTo>
                  <a:cubicBezTo>
                    <a:pt x="925575" y="0"/>
                    <a:pt x="927801" y="922"/>
                    <a:pt x="929442" y="2563"/>
                  </a:cubicBezTo>
                  <a:cubicBezTo>
                    <a:pt x="931084" y="4204"/>
                    <a:pt x="932006" y="6430"/>
                    <a:pt x="932006" y="8751"/>
                  </a:cubicBezTo>
                  <a:lnTo>
                    <a:pt x="932006" y="804049"/>
                  </a:lnTo>
                  <a:cubicBezTo>
                    <a:pt x="932006" y="808882"/>
                    <a:pt x="928088" y="812800"/>
                    <a:pt x="923254" y="812800"/>
                  </a:cubicBezTo>
                  <a:lnTo>
                    <a:pt x="8751" y="812800"/>
                  </a:lnTo>
                  <a:cubicBezTo>
                    <a:pt x="3918" y="812800"/>
                    <a:pt x="0" y="808882"/>
                    <a:pt x="0" y="804049"/>
                  </a:cubicBezTo>
                  <a:lnTo>
                    <a:pt x="0" y="8751"/>
                  </a:lnTo>
                  <a:cubicBezTo>
                    <a:pt x="0" y="3918"/>
                    <a:pt x="3918" y="0"/>
                    <a:pt x="8751" y="0"/>
                  </a:cubicBezTo>
                  <a:close/>
                </a:path>
              </a:pathLst>
            </a:custGeom>
            <a:solidFill>
              <a:srgbClr val="4F4E4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932006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179128" y="5947287"/>
            <a:ext cx="2093394" cy="2951645"/>
          </a:xfrm>
          <a:custGeom>
            <a:avLst/>
            <a:gdLst/>
            <a:ahLst/>
            <a:cxnLst/>
            <a:rect r="r" b="b" t="t" l="l"/>
            <a:pathLst>
              <a:path h="2951645" w="2093394">
                <a:moveTo>
                  <a:pt x="0" y="0"/>
                </a:moveTo>
                <a:lnTo>
                  <a:pt x="2093394" y="0"/>
                </a:lnTo>
                <a:lnTo>
                  <a:pt x="2093394" y="2951645"/>
                </a:lnTo>
                <a:lnTo>
                  <a:pt x="0" y="2951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7139" t="-41031" r="-49283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8077" y="86211"/>
            <a:ext cx="2257465" cy="4114800"/>
          </a:xfrm>
          <a:custGeom>
            <a:avLst/>
            <a:gdLst/>
            <a:ahLst/>
            <a:cxnLst/>
            <a:rect r="r" b="b" t="t" l="l"/>
            <a:pathLst>
              <a:path h="4114800" w="2257465">
                <a:moveTo>
                  <a:pt x="0" y="0"/>
                </a:moveTo>
                <a:lnTo>
                  <a:pt x="2257466" y="0"/>
                </a:lnTo>
                <a:lnTo>
                  <a:pt x="22574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6174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296961" y="1787990"/>
            <a:ext cx="3829672" cy="3818895"/>
            <a:chOff x="0" y="0"/>
            <a:chExt cx="1008638" cy="1005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8638" cy="1005800"/>
            </a:xfrm>
            <a:custGeom>
              <a:avLst/>
              <a:gdLst/>
              <a:ahLst/>
              <a:cxnLst/>
              <a:rect r="r" b="b" t="t" l="l"/>
              <a:pathLst>
                <a:path h="1005800" w="1008638">
                  <a:moveTo>
                    <a:pt x="14151" y="0"/>
                  </a:moveTo>
                  <a:lnTo>
                    <a:pt x="994487" y="0"/>
                  </a:lnTo>
                  <a:cubicBezTo>
                    <a:pt x="998240" y="0"/>
                    <a:pt x="1001839" y="1491"/>
                    <a:pt x="1004493" y="4145"/>
                  </a:cubicBezTo>
                  <a:cubicBezTo>
                    <a:pt x="1007147" y="6799"/>
                    <a:pt x="1008638" y="10398"/>
                    <a:pt x="1008638" y="14151"/>
                  </a:cubicBezTo>
                  <a:lnTo>
                    <a:pt x="1008638" y="991649"/>
                  </a:lnTo>
                  <a:cubicBezTo>
                    <a:pt x="1008638" y="995402"/>
                    <a:pt x="1007147" y="999001"/>
                    <a:pt x="1004493" y="1001655"/>
                  </a:cubicBezTo>
                  <a:cubicBezTo>
                    <a:pt x="1001839" y="1004309"/>
                    <a:pt x="998240" y="1005800"/>
                    <a:pt x="994487" y="1005800"/>
                  </a:cubicBezTo>
                  <a:lnTo>
                    <a:pt x="14151" y="1005800"/>
                  </a:lnTo>
                  <a:cubicBezTo>
                    <a:pt x="10398" y="1005800"/>
                    <a:pt x="6799" y="1004309"/>
                    <a:pt x="4145" y="1001655"/>
                  </a:cubicBezTo>
                  <a:cubicBezTo>
                    <a:pt x="1491" y="999001"/>
                    <a:pt x="0" y="995402"/>
                    <a:pt x="0" y="991649"/>
                  </a:cubicBezTo>
                  <a:lnTo>
                    <a:pt x="0" y="14151"/>
                  </a:lnTo>
                  <a:cubicBezTo>
                    <a:pt x="0" y="10398"/>
                    <a:pt x="1491" y="6799"/>
                    <a:pt x="4145" y="4145"/>
                  </a:cubicBezTo>
                  <a:cubicBezTo>
                    <a:pt x="6799" y="1491"/>
                    <a:pt x="10398" y="0"/>
                    <a:pt x="14151" y="0"/>
                  </a:cubicBezTo>
                  <a:close/>
                </a:path>
              </a:pathLst>
            </a:custGeom>
            <a:solidFill>
              <a:srgbClr val="282828"/>
            </a:solidFill>
            <a:ln w="19050" cap="sq">
              <a:solidFill>
                <a:srgbClr val="E50D0A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1008638" cy="1082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440715" y="1966467"/>
            <a:ext cx="3538709" cy="3086100"/>
            <a:chOff x="0" y="0"/>
            <a:chExt cx="932006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32006" cy="812800"/>
            </a:xfrm>
            <a:custGeom>
              <a:avLst/>
              <a:gdLst/>
              <a:ahLst/>
              <a:cxnLst/>
              <a:rect r="r" b="b" t="t" l="l"/>
              <a:pathLst>
                <a:path h="812800" w="932006">
                  <a:moveTo>
                    <a:pt x="8751" y="0"/>
                  </a:moveTo>
                  <a:lnTo>
                    <a:pt x="923254" y="0"/>
                  </a:lnTo>
                  <a:cubicBezTo>
                    <a:pt x="925575" y="0"/>
                    <a:pt x="927801" y="922"/>
                    <a:pt x="929442" y="2563"/>
                  </a:cubicBezTo>
                  <a:cubicBezTo>
                    <a:pt x="931084" y="4204"/>
                    <a:pt x="932006" y="6430"/>
                    <a:pt x="932006" y="8751"/>
                  </a:cubicBezTo>
                  <a:lnTo>
                    <a:pt x="932006" y="804049"/>
                  </a:lnTo>
                  <a:cubicBezTo>
                    <a:pt x="932006" y="808882"/>
                    <a:pt x="928088" y="812800"/>
                    <a:pt x="923254" y="812800"/>
                  </a:cubicBezTo>
                  <a:lnTo>
                    <a:pt x="8751" y="812800"/>
                  </a:lnTo>
                  <a:cubicBezTo>
                    <a:pt x="3918" y="812800"/>
                    <a:pt x="0" y="808882"/>
                    <a:pt x="0" y="804049"/>
                  </a:cubicBezTo>
                  <a:lnTo>
                    <a:pt x="0" y="8751"/>
                  </a:lnTo>
                  <a:cubicBezTo>
                    <a:pt x="0" y="3918"/>
                    <a:pt x="3918" y="0"/>
                    <a:pt x="8751" y="0"/>
                  </a:cubicBezTo>
                  <a:close/>
                </a:path>
              </a:pathLst>
            </a:custGeom>
            <a:solidFill>
              <a:srgbClr val="4F4E4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932006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1797853" y="1966467"/>
            <a:ext cx="2824431" cy="3010451"/>
          </a:xfrm>
          <a:custGeom>
            <a:avLst/>
            <a:gdLst/>
            <a:ahLst/>
            <a:cxnLst/>
            <a:rect r="r" b="b" t="t" l="l"/>
            <a:pathLst>
              <a:path h="3010451" w="2824431">
                <a:moveTo>
                  <a:pt x="0" y="0"/>
                </a:moveTo>
                <a:lnTo>
                  <a:pt x="2824431" y="0"/>
                </a:lnTo>
                <a:lnTo>
                  <a:pt x="2824431" y="3010450"/>
                </a:lnTo>
                <a:lnTo>
                  <a:pt x="0" y="30104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6495" t="-27084" r="-34853" b="-8214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3161368" y="1787990"/>
            <a:ext cx="3829672" cy="3818895"/>
            <a:chOff x="0" y="0"/>
            <a:chExt cx="1008638" cy="1005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8638" cy="1005800"/>
            </a:xfrm>
            <a:custGeom>
              <a:avLst/>
              <a:gdLst/>
              <a:ahLst/>
              <a:cxnLst/>
              <a:rect r="r" b="b" t="t" l="l"/>
              <a:pathLst>
                <a:path h="1005800" w="1008638">
                  <a:moveTo>
                    <a:pt x="14151" y="0"/>
                  </a:moveTo>
                  <a:lnTo>
                    <a:pt x="994487" y="0"/>
                  </a:lnTo>
                  <a:cubicBezTo>
                    <a:pt x="998240" y="0"/>
                    <a:pt x="1001839" y="1491"/>
                    <a:pt x="1004493" y="4145"/>
                  </a:cubicBezTo>
                  <a:cubicBezTo>
                    <a:pt x="1007147" y="6799"/>
                    <a:pt x="1008638" y="10398"/>
                    <a:pt x="1008638" y="14151"/>
                  </a:cubicBezTo>
                  <a:lnTo>
                    <a:pt x="1008638" y="991649"/>
                  </a:lnTo>
                  <a:cubicBezTo>
                    <a:pt x="1008638" y="995402"/>
                    <a:pt x="1007147" y="999001"/>
                    <a:pt x="1004493" y="1001655"/>
                  </a:cubicBezTo>
                  <a:cubicBezTo>
                    <a:pt x="1001839" y="1004309"/>
                    <a:pt x="998240" y="1005800"/>
                    <a:pt x="994487" y="1005800"/>
                  </a:cubicBezTo>
                  <a:lnTo>
                    <a:pt x="14151" y="1005800"/>
                  </a:lnTo>
                  <a:cubicBezTo>
                    <a:pt x="10398" y="1005800"/>
                    <a:pt x="6799" y="1004309"/>
                    <a:pt x="4145" y="1001655"/>
                  </a:cubicBezTo>
                  <a:cubicBezTo>
                    <a:pt x="1491" y="999001"/>
                    <a:pt x="0" y="995402"/>
                    <a:pt x="0" y="991649"/>
                  </a:cubicBezTo>
                  <a:lnTo>
                    <a:pt x="0" y="14151"/>
                  </a:lnTo>
                  <a:cubicBezTo>
                    <a:pt x="0" y="10398"/>
                    <a:pt x="1491" y="6799"/>
                    <a:pt x="4145" y="4145"/>
                  </a:cubicBezTo>
                  <a:cubicBezTo>
                    <a:pt x="6799" y="1491"/>
                    <a:pt x="10398" y="0"/>
                    <a:pt x="14151" y="0"/>
                  </a:cubicBezTo>
                  <a:close/>
                </a:path>
              </a:pathLst>
            </a:custGeom>
            <a:solidFill>
              <a:srgbClr val="282828"/>
            </a:solidFill>
            <a:ln w="19050" cap="sq">
              <a:solidFill>
                <a:srgbClr val="E50D0A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1008638" cy="1082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305121" y="1966467"/>
            <a:ext cx="3538709" cy="3086100"/>
            <a:chOff x="0" y="0"/>
            <a:chExt cx="932006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2006" cy="812800"/>
            </a:xfrm>
            <a:custGeom>
              <a:avLst/>
              <a:gdLst/>
              <a:ahLst/>
              <a:cxnLst/>
              <a:rect r="r" b="b" t="t" l="l"/>
              <a:pathLst>
                <a:path h="812800" w="932006">
                  <a:moveTo>
                    <a:pt x="8751" y="0"/>
                  </a:moveTo>
                  <a:lnTo>
                    <a:pt x="923254" y="0"/>
                  </a:lnTo>
                  <a:cubicBezTo>
                    <a:pt x="925575" y="0"/>
                    <a:pt x="927801" y="922"/>
                    <a:pt x="929442" y="2563"/>
                  </a:cubicBezTo>
                  <a:cubicBezTo>
                    <a:pt x="931084" y="4204"/>
                    <a:pt x="932006" y="6430"/>
                    <a:pt x="932006" y="8751"/>
                  </a:cubicBezTo>
                  <a:lnTo>
                    <a:pt x="932006" y="804049"/>
                  </a:lnTo>
                  <a:cubicBezTo>
                    <a:pt x="932006" y="808882"/>
                    <a:pt x="928088" y="812800"/>
                    <a:pt x="923254" y="812800"/>
                  </a:cubicBezTo>
                  <a:lnTo>
                    <a:pt x="8751" y="812800"/>
                  </a:lnTo>
                  <a:cubicBezTo>
                    <a:pt x="3918" y="812800"/>
                    <a:pt x="0" y="808882"/>
                    <a:pt x="0" y="804049"/>
                  </a:cubicBezTo>
                  <a:lnTo>
                    <a:pt x="0" y="8751"/>
                  </a:lnTo>
                  <a:cubicBezTo>
                    <a:pt x="0" y="3918"/>
                    <a:pt x="3918" y="0"/>
                    <a:pt x="8751" y="0"/>
                  </a:cubicBezTo>
                  <a:close/>
                </a:path>
              </a:pathLst>
            </a:custGeom>
            <a:solidFill>
              <a:srgbClr val="4F4E4E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932006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3736359" y="2473395"/>
            <a:ext cx="2368856" cy="2185147"/>
          </a:xfrm>
          <a:custGeom>
            <a:avLst/>
            <a:gdLst/>
            <a:ahLst/>
            <a:cxnLst/>
            <a:rect r="r" b="b" t="t" l="l"/>
            <a:pathLst>
              <a:path h="2185147" w="2368856">
                <a:moveTo>
                  <a:pt x="0" y="0"/>
                </a:moveTo>
                <a:lnTo>
                  <a:pt x="2368855" y="0"/>
                </a:lnTo>
                <a:lnTo>
                  <a:pt x="2368855" y="2185147"/>
                </a:lnTo>
                <a:lnTo>
                  <a:pt x="0" y="21851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4700" t="-9500" r="-31245" b="-8274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7229164" y="1787990"/>
            <a:ext cx="3829672" cy="3818895"/>
            <a:chOff x="0" y="0"/>
            <a:chExt cx="1008638" cy="1005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8638" cy="1005800"/>
            </a:xfrm>
            <a:custGeom>
              <a:avLst/>
              <a:gdLst/>
              <a:ahLst/>
              <a:cxnLst/>
              <a:rect r="r" b="b" t="t" l="l"/>
              <a:pathLst>
                <a:path h="1005800" w="1008638">
                  <a:moveTo>
                    <a:pt x="14151" y="0"/>
                  </a:moveTo>
                  <a:lnTo>
                    <a:pt x="994487" y="0"/>
                  </a:lnTo>
                  <a:cubicBezTo>
                    <a:pt x="998240" y="0"/>
                    <a:pt x="1001839" y="1491"/>
                    <a:pt x="1004493" y="4145"/>
                  </a:cubicBezTo>
                  <a:cubicBezTo>
                    <a:pt x="1007147" y="6799"/>
                    <a:pt x="1008638" y="10398"/>
                    <a:pt x="1008638" y="14151"/>
                  </a:cubicBezTo>
                  <a:lnTo>
                    <a:pt x="1008638" y="991649"/>
                  </a:lnTo>
                  <a:cubicBezTo>
                    <a:pt x="1008638" y="995402"/>
                    <a:pt x="1007147" y="999001"/>
                    <a:pt x="1004493" y="1001655"/>
                  </a:cubicBezTo>
                  <a:cubicBezTo>
                    <a:pt x="1001839" y="1004309"/>
                    <a:pt x="998240" y="1005800"/>
                    <a:pt x="994487" y="1005800"/>
                  </a:cubicBezTo>
                  <a:lnTo>
                    <a:pt x="14151" y="1005800"/>
                  </a:lnTo>
                  <a:cubicBezTo>
                    <a:pt x="10398" y="1005800"/>
                    <a:pt x="6799" y="1004309"/>
                    <a:pt x="4145" y="1001655"/>
                  </a:cubicBezTo>
                  <a:cubicBezTo>
                    <a:pt x="1491" y="999001"/>
                    <a:pt x="0" y="995402"/>
                    <a:pt x="0" y="991649"/>
                  </a:cubicBezTo>
                  <a:lnTo>
                    <a:pt x="0" y="14151"/>
                  </a:lnTo>
                  <a:cubicBezTo>
                    <a:pt x="0" y="10398"/>
                    <a:pt x="1491" y="6799"/>
                    <a:pt x="4145" y="4145"/>
                  </a:cubicBezTo>
                  <a:cubicBezTo>
                    <a:pt x="6799" y="1491"/>
                    <a:pt x="10398" y="0"/>
                    <a:pt x="14151" y="0"/>
                  </a:cubicBezTo>
                  <a:close/>
                </a:path>
              </a:pathLst>
            </a:custGeom>
            <a:solidFill>
              <a:srgbClr val="282828"/>
            </a:solidFill>
            <a:ln w="19050" cap="sq">
              <a:solidFill>
                <a:srgbClr val="E50D0A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1008638" cy="1082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372918" y="1966467"/>
            <a:ext cx="3538709" cy="3086100"/>
            <a:chOff x="0" y="0"/>
            <a:chExt cx="932006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2006" cy="812800"/>
            </a:xfrm>
            <a:custGeom>
              <a:avLst/>
              <a:gdLst/>
              <a:ahLst/>
              <a:cxnLst/>
              <a:rect r="r" b="b" t="t" l="l"/>
              <a:pathLst>
                <a:path h="812800" w="932006">
                  <a:moveTo>
                    <a:pt x="8751" y="0"/>
                  </a:moveTo>
                  <a:lnTo>
                    <a:pt x="923254" y="0"/>
                  </a:lnTo>
                  <a:cubicBezTo>
                    <a:pt x="925575" y="0"/>
                    <a:pt x="927801" y="922"/>
                    <a:pt x="929442" y="2563"/>
                  </a:cubicBezTo>
                  <a:cubicBezTo>
                    <a:pt x="931084" y="4204"/>
                    <a:pt x="932006" y="6430"/>
                    <a:pt x="932006" y="8751"/>
                  </a:cubicBezTo>
                  <a:lnTo>
                    <a:pt x="932006" y="804049"/>
                  </a:lnTo>
                  <a:cubicBezTo>
                    <a:pt x="932006" y="808882"/>
                    <a:pt x="928088" y="812800"/>
                    <a:pt x="923254" y="812800"/>
                  </a:cubicBezTo>
                  <a:lnTo>
                    <a:pt x="8751" y="812800"/>
                  </a:lnTo>
                  <a:cubicBezTo>
                    <a:pt x="3918" y="812800"/>
                    <a:pt x="0" y="808882"/>
                    <a:pt x="0" y="804049"/>
                  </a:cubicBezTo>
                  <a:lnTo>
                    <a:pt x="0" y="8751"/>
                  </a:lnTo>
                  <a:cubicBezTo>
                    <a:pt x="0" y="3918"/>
                    <a:pt x="3918" y="0"/>
                    <a:pt x="8751" y="0"/>
                  </a:cubicBezTo>
                  <a:close/>
                </a:path>
              </a:pathLst>
            </a:custGeom>
            <a:solidFill>
              <a:srgbClr val="4F4E4E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932006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7372918" y="2809562"/>
            <a:ext cx="3538709" cy="1568364"/>
          </a:xfrm>
          <a:custGeom>
            <a:avLst/>
            <a:gdLst/>
            <a:ahLst/>
            <a:cxnLst/>
            <a:rect r="r" b="b" t="t" l="l"/>
            <a:pathLst>
              <a:path h="1568364" w="3538709">
                <a:moveTo>
                  <a:pt x="0" y="0"/>
                </a:moveTo>
                <a:lnTo>
                  <a:pt x="3538709" y="0"/>
                </a:lnTo>
                <a:lnTo>
                  <a:pt x="3538709" y="1568364"/>
                </a:lnTo>
                <a:lnTo>
                  <a:pt x="0" y="15683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3139" t="-88375" r="-20296" b="-30493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7696952" y="9692480"/>
            <a:ext cx="2890640" cy="317970"/>
          </a:xfrm>
          <a:custGeom>
            <a:avLst/>
            <a:gdLst/>
            <a:ahLst/>
            <a:cxnLst/>
            <a:rect r="r" b="b" t="t" l="l"/>
            <a:pathLst>
              <a:path h="317970" w="2890640">
                <a:moveTo>
                  <a:pt x="0" y="0"/>
                </a:moveTo>
                <a:lnTo>
                  <a:pt x="2890640" y="0"/>
                </a:lnTo>
                <a:lnTo>
                  <a:pt x="2890640" y="317971"/>
                </a:lnTo>
                <a:lnTo>
                  <a:pt x="0" y="3179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2890395" y="4600982"/>
            <a:ext cx="1258795" cy="1346305"/>
          </a:xfrm>
          <a:custGeom>
            <a:avLst/>
            <a:gdLst/>
            <a:ahLst/>
            <a:cxnLst/>
            <a:rect r="r" b="b" t="t" l="l"/>
            <a:pathLst>
              <a:path h="1346305" w="1258795">
                <a:moveTo>
                  <a:pt x="0" y="0"/>
                </a:moveTo>
                <a:lnTo>
                  <a:pt x="1258795" y="0"/>
                </a:lnTo>
                <a:lnTo>
                  <a:pt x="1258795" y="1346305"/>
                </a:lnTo>
                <a:lnTo>
                  <a:pt x="0" y="13463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true" flipV="false" rot="0">
            <a:off x="14169856" y="4600982"/>
            <a:ext cx="1258795" cy="1346305"/>
          </a:xfrm>
          <a:custGeom>
            <a:avLst/>
            <a:gdLst/>
            <a:ahLst/>
            <a:cxnLst/>
            <a:rect r="r" b="b" t="t" l="l"/>
            <a:pathLst>
              <a:path h="1346305" w="1258795">
                <a:moveTo>
                  <a:pt x="1258796" y="0"/>
                </a:moveTo>
                <a:lnTo>
                  <a:pt x="0" y="0"/>
                </a:lnTo>
                <a:lnTo>
                  <a:pt x="0" y="1346305"/>
                </a:lnTo>
                <a:lnTo>
                  <a:pt x="1258796" y="1346305"/>
                </a:lnTo>
                <a:lnTo>
                  <a:pt x="1258796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6126317" y="9062586"/>
            <a:ext cx="1984623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279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RANSOMWARE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594651" y="9062586"/>
            <a:ext cx="109597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279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TROJAN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640973" y="5140568"/>
            <a:ext cx="1195509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279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VÍR</a:t>
            </a:r>
            <a:r>
              <a:rPr lang="en-US" sz="1800" spc="279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 -3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520925" y="687101"/>
            <a:ext cx="9246150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INIMIGOS MAYA 3D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482565" y="5140568"/>
            <a:ext cx="1183821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279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VÍR</a:t>
            </a:r>
            <a:r>
              <a:rPr lang="en-US" sz="1800" spc="279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 -1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557838" y="5140568"/>
            <a:ext cx="1168869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279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VÍR</a:t>
            </a:r>
            <a:r>
              <a:rPr lang="en-US" sz="1800" spc="279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 -2</a:t>
            </a:r>
          </a:p>
        </p:txBody>
      </p:sp>
    </p:spTree>
  </p:cSld>
  <p:clrMapOvr>
    <a:masterClrMapping/>
  </p:clrMapOvr>
  <p:transition spd="slow">
    <p:push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83215" y="1750811"/>
            <a:ext cx="3829672" cy="3818895"/>
            <a:chOff x="0" y="0"/>
            <a:chExt cx="1008638" cy="1005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8638" cy="1005800"/>
            </a:xfrm>
            <a:custGeom>
              <a:avLst/>
              <a:gdLst/>
              <a:ahLst/>
              <a:cxnLst/>
              <a:rect r="r" b="b" t="t" l="l"/>
              <a:pathLst>
                <a:path h="1005800" w="1008638">
                  <a:moveTo>
                    <a:pt x="14151" y="0"/>
                  </a:moveTo>
                  <a:lnTo>
                    <a:pt x="994487" y="0"/>
                  </a:lnTo>
                  <a:cubicBezTo>
                    <a:pt x="998240" y="0"/>
                    <a:pt x="1001839" y="1491"/>
                    <a:pt x="1004493" y="4145"/>
                  </a:cubicBezTo>
                  <a:cubicBezTo>
                    <a:pt x="1007147" y="6799"/>
                    <a:pt x="1008638" y="10398"/>
                    <a:pt x="1008638" y="14151"/>
                  </a:cubicBezTo>
                  <a:lnTo>
                    <a:pt x="1008638" y="991649"/>
                  </a:lnTo>
                  <a:cubicBezTo>
                    <a:pt x="1008638" y="995402"/>
                    <a:pt x="1007147" y="999001"/>
                    <a:pt x="1004493" y="1001655"/>
                  </a:cubicBezTo>
                  <a:cubicBezTo>
                    <a:pt x="1001839" y="1004309"/>
                    <a:pt x="998240" y="1005800"/>
                    <a:pt x="994487" y="1005800"/>
                  </a:cubicBezTo>
                  <a:lnTo>
                    <a:pt x="14151" y="1005800"/>
                  </a:lnTo>
                  <a:cubicBezTo>
                    <a:pt x="10398" y="1005800"/>
                    <a:pt x="6799" y="1004309"/>
                    <a:pt x="4145" y="1001655"/>
                  </a:cubicBezTo>
                  <a:cubicBezTo>
                    <a:pt x="1491" y="999001"/>
                    <a:pt x="0" y="995402"/>
                    <a:pt x="0" y="991649"/>
                  </a:cubicBezTo>
                  <a:lnTo>
                    <a:pt x="0" y="14151"/>
                  </a:lnTo>
                  <a:cubicBezTo>
                    <a:pt x="0" y="10398"/>
                    <a:pt x="1491" y="6799"/>
                    <a:pt x="4145" y="4145"/>
                  </a:cubicBezTo>
                  <a:cubicBezTo>
                    <a:pt x="6799" y="1491"/>
                    <a:pt x="10398" y="0"/>
                    <a:pt x="14151" y="0"/>
                  </a:cubicBezTo>
                  <a:close/>
                </a:path>
              </a:pathLst>
            </a:custGeom>
            <a:solidFill>
              <a:srgbClr val="282828"/>
            </a:solidFill>
            <a:ln w="19050" cap="sq">
              <a:solidFill>
                <a:srgbClr val="00BF63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008638" cy="1082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26968" y="1929288"/>
            <a:ext cx="3538709" cy="3086100"/>
            <a:chOff x="0" y="0"/>
            <a:chExt cx="9320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2006" cy="812800"/>
            </a:xfrm>
            <a:custGeom>
              <a:avLst/>
              <a:gdLst/>
              <a:ahLst/>
              <a:cxnLst/>
              <a:rect r="r" b="b" t="t" l="l"/>
              <a:pathLst>
                <a:path h="812800" w="932006">
                  <a:moveTo>
                    <a:pt x="8751" y="0"/>
                  </a:moveTo>
                  <a:lnTo>
                    <a:pt x="923254" y="0"/>
                  </a:lnTo>
                  <a:cubicBezTo>
                    <a:pt x="925575" y="0"/>
                    <a:pt x="927801" y="922"/>
                    <a:pt x="929442" y="2563"/>
                  </a:cubicBezTo>
                  <a:cubicBezTo>
                    <a:pt x="931084" y="4204"/>
                    <a:pt x="932006" y="6430"/>
                    <a:pt x="932006" y="8751"/>
                  </a:cubicBezTo>
                  <a:lnTo>
                    <a:pt x="932006" y="804049"/>
                  </a:lnTo>
                  <a:cubicBezTo>
                    <a:pt x="932006" y="808882"/>
                    <a:pt x="928088" y="812800"/>
                    <a:pt x="923254" y="812800"/>
                  </a:cubicBezTo>
                  <a:lnTo>
                    <a:pt x="8751" y="812800"/>
                  </a:lnTo>
                  <a:cubicBezTo>
                    <a:pt x="3918" y="812800"/>
                    <a:pt x="0" y="808882"/>
                    <a:pt x="0" y="804049"/>
                  </a:cubicBezTo>
                  <a:lnTo>
                    <a:pt x="0" y="8751"/>
                  </a:lnTo>
                  <a:cubicBezTo>
                    <a:pt x="0" y="3918"/>
                    <a:pt x="3918" y="0"/>
                    <a:pt x="8751" y="0"/>
                  </a:cubicBezTo>
                  <a:close/>
                </a:path>
              </a:pathLst>
            </a:custGeom>
            <a:solidFill>
              <a:srgbClr val="4F4E4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932006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6030535" y="23502"/>
            <a:ext cx="2257465" cy="4114800"/>
          </a:xfrm>
          <a:custGeom>
            <a:avLst/>
            <a:gdLst/>
            <a:ahLst/>
            <a:cxnLst/>
            <a:rect r="r" b="b" t="t" l="l"/>
            <a:pathLst>
              <a:path h="4114800" w="2257465">
                <a:moveTo>
                  <a:pt x="2257465" y="0"/>
                </a:moveTo>
                <a:lnTo>
                  <a:pt x="0" y="0"/>
                </a:lnTo>
                <a:lnTo>
                  <a:pt x="0" y="4114800"/>
                </a:lnTo>
                <a:lnTo>
                  <a:pt x="2257465" y="4114800"/>
                </a:lnTo>
                <a:lnTo>
                  <a:pt x="225746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6174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51608" y="22508"/>
            <a:ext cx="10321677" cy="10218460"/>
          </a:xfrm>
          <a:custGeom>
            <a:avLst/>
            <a:gdLst/>
            <a:ahLst/>
            <a:cxnLst/>
            <a:rect r="r" b="b" t="t" l="l"/>
            <a:pathLst>
              <a:path h="10218460" w="10321677">
                <a:moveTo>
                  <a:pt x="0" y="0"/>
                </a:moveTo>
                <a:lnTo>
                  <a:pt x="10321676" y="0"/>
                </a:lnTo>
                <a:lnTo>
                  <a:pt x="10321676" y="10218460"/>
                </a:lnTo>
                <a:lnTo>
                  <a:pt x="0" y="10218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66454" y="5939146"/>
            <a:ext cx="3829672" cy="3818895"/>
            <a:chOff x="0" y="0"/>
            <a:chExt cx="1008638" cy="1005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8638" cy="1005800"/>
            </a:xfrm>
            <a:custGeom>
              <a:avLst/>
              <a:gdLst/>
              <a:ahLst/>
              <a:cxnLst/>
              <a:rect r="r" b="b" t="t" l="l"/>
              <a:pathLst>
                <a:path h="1005800" w="1008638">
                  <a:moveTo>
                    <a:pt x="14151" y="0"/>
                  </a:moveTo>
                  <a:lnTo>
                    <a:pt x="994487" y="0"/>
                  </a:lnTo>
                  <a:cubicBezTo>
                    <a:pt x="998240" y="0"/>
                    <a:pt x="1001839" y="1491"/>
                    <a:pt x="1004493" y="4145"/>
                  </a:cubicBezTo>
                  <a:cubicBezTo>
                    <a:pt x="1007147" y="6799"/>
                    <a:pt x="1008638" y="10398"/>
                    <a:pt x="1008638" y="14151"/>
                  </a:cubicBezTo>
                  <a:lnTo>
                    <a:pt x="1008638" y="991649"/>
                  </a:lnTo>
                  <a:cubicBezTo>
                    <a:pt x="1008638" y="995402"/>
                    <a:pt x="1007147" y="999001"/>
                    <a:pt x="1004493" y="1001655"/>
                  </a:cubicBezTo>
                  <a:cubicBezTo>
                    <a:pt x="1001839" y="1004309"/>
                    <a:pt x="998240" y="1005800"/>
                    <a:pt x="994487" y="1005800"/>
                  </a:cubicBezTo>
                  <a:lnTo>
                    <a:pt x="14151" y="1005800"/>
                  </a:lnTo>
                  <a:cubicBezTo>
                    <a:pt x="10398" y="1005800"/>
                    <a:pt x="6799" y="1004309"/>
                    <a:pt x="4145" y="1001655"/>
                  </a:cubicBezTo>
                  <a:cubicBezTo>
                    <a:pt x="1491" y="999001"/>
                    <a:pt x="0" y="995402"/>
                    <a:pt x="0" y="991649"/>
                  </a:cubicBezTo>
                  <a:lnTo>
                    <a:pt x="0" y="14151"/>
                  </a:lnTo>
                  <a:cubicBezTo>
                    <a:pt x="0" y="10398"/>
                    <a:pt x="1491" y="6799"/>
                    <a:pt x="4145" y="4145"/>
                  </a:cubicBezTo>
                  <a:cubicBezTo>
                    <a:pt x="6799" y="1491"/>
                    <a:pt x="10398" y="0"/>
                    <a:pt x="14151" y="0"/>
                  </a:cubicBezTo>
                  <a:close/>
                </a:path>
              </a:pathLst>
            </a:custGeom>
            <a:solidFill>
              <a:srgbClr val="282828"/>
            </a:solidFill>
            <a:ln w="19050" cap="sq">
              <a:solidFill>
                <a:srgbClr val="E50D0A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008638" cy="1082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10207" y="6117622"/>
            <a:ext cx="3538709" cy="3086100"/>
            <a:chOff x="0" y="0"/>
            <a:chExt cx="932006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2006" cy="812800"/>
            </a:xfrm>
            <a:custGeom>
              <a:avLst/>
              <a:gdLst/>
              <a:ahLst/>
              <a:cxnLst/>
              <a:rect r="r" b="b" t="t" l="l"/>
              <a:pathLst>
                <a:path h="812800" w="932006">
                  <a:moveTo>
                    <a:pt x="8751" y="0"/>
                  </a:moveTo>
                  <a:lnTo>
                    <a:pt x="923254" y="0"/>
                  </a:lnTo>
                  <a:cubicBezTo>
                    <a:pt x="925575" y="0"/>
                    <a:pt x="927801" y="922"/>
                    <a:pt x="929442" y="2563"/>
                  </a:cubicBezTo>
                  <a:cubicBezTo>
                    <a:pt x="931084" y="4204"/>
                    <a:pt x="932006" y="6430"/>
                    <a:pt x="932006" y="8751"/>
                  </a:cubicBezTo>
                  <a:lnTo>
                    <a:pt x="932006" y="804049"/>
                  </a:lnTo>
                  <a:cubicBezTo>
                    <a:pt x="932006" y="808882"/>
                    <a:pt x="928088" y="812800"/>
                    <a:pt x="923254" y="812800"/>
                  </a:cubicBezTo>
                  <a:lnTo>
                    <a:pt x="8751" y="812800"/>
                  </a:lnTo>
                  <a:cubicBezTo>
                    <a:pt x="3918" y="812800"/>
                    <a:pt x="0" y="808882"/>
                    <a:pt x="0" y="804049"/>
                  </a:cubicBezTo>
                  <a:lnTo>
                    <a:pt x="0" y="8751"/>
                  </a:lnTo>
                  <a:cubicBezTo>
                    <a:pt x="0" y="3918"/>
                    <a:pt x="3918" y="0"/>
                    <a:pt x="8751" y="0"/>
                  </a:cubicBezTo>
                  <a:close/>
                </a:path>
              </a:pathLst>
            </a:custGeom>
            <a:solidFill>
              <a:srgbClr val="4F4E4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932006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430400" y="7014856"/>
            <a:ext cx="6711870" cy="1758695"/>
          </a:xfrm>
          <a:custGeom>
            <a:avLst/>
            <a:gdLst/>
            <a:ahLst/>
            <a:cxnLst/>
            <a:rect r="r" b="b" t="t" l="l"/>
            <a:pathLst>
              <a:path h="1758695" w="6711870">
                <a:moveTo>
                  <a:pt x="0" y="0"/>
                </a:moveTo>
                <a:lnTo>
                  <a:pt x="6711870" y="0"/>
                </a:lnTo>
                <a:lnTo>
                  <a:pt x="6711870" y="1758696"/>
                </a:lnTo>
                <a:lnTo>
                  <a:pt x="0" y="17586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167" t="-100314" r="-18581" b="-8789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705526" y="1750811"/>
            <a:ext cx="3829672" cy="3818895"/>
            <a:chOff x="0" y="0"/>
            <a:chExt cx="1008638" cy="1005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8638" cy="1005800"/>
            </a:xfrm>
            <a:custGeom>
              <a:avLst/>
              <a:gdLst/>
              <a:ahLst/>
              <a:cxnLst/>
              <a:rect r="r" b="b" t="t" l="l"/>
              <a:pathLst>
                <a:path h="1005800" w="1008638">
                  <a:moveTo>
                    <a:pt x="14151" y="0"/>
                  </a:moveTo>
                  <a:lnTo>
                    <a:pt x="994487" y="0"/>
                  </a:lnTo>
                  <a:cubicBezTo>
                    <a:pt x="998240" y="0"/>
                    <a:pt x="1001839" y="1491"/>
                    <a:pt x="1004493" y="4145"/>
                  </a:cubicBezTo>
                  <a:cubicBezTo>
                    <a:pt x="1007147" y="6799"/>
                    <a:pt x="1008638" y="10398"/>
                    <a:pt x="1008638" y="14151"/>
                  </a:cubicBezTo>
                  <a:lnTo>
                    <a:pt x="1008638" y="991649"/>
                  </a:lnTo>
                  <a:cubicBezTo>
                    <a:pt x="1008638" y="995402"/>
                    <a:pt x="1007147" y="999001"/>
                    <a:pt x="1004493" y="1001655"/>
                  </a:cubicBezTo>
                  <a:cubicBezTo>
                    <a:pt x="1001839" y="1004309"/>
                    <a:pt x="998240" y="1005800"/>
                    <a:pt x="994487" y="1005800"/>
                  </a:cubicBezTo>
                  <a:lnTo>
                    <a:pt x="14151" y="1005800"/>
                  </a:lnTo>
                  <a:cubicBezTo>
                    <a:pt x="10398" y="1005800"/>
                    <a:pt x="6799" y="1004309"/>
                    <a:pt x="4145" y="1001655"/>
                  </a:cubicBezTo>
                  <a:cubicBezTo>
                    <a:pt x="1491" y="999001"/>
                    <a:pt x="0" y="995402"/>
                    <a:pt x="0" y="991649"/>
                  </a:cubicBezTo>
                  <a:lnTo>
                    <a:pt x="0" y="14151"/>
                  </a:lnTo>
                  <a:cubicBezTo>
                    <a:pt x="0" y="10398"/>
                    <a:pt x="1491" y="6799"/>
                    <a:pt x="4145" y="4145"/>
                  </a:cubicBezTo>
                  <a:cubicBezTo>
                    <a:pt x="6799" y="1491"/>
                    <a:pt x="10398" y="0"/>
                    <a:pt x="14151" y="0"/>
                  </a:cubicBezTo>
                  <a:close/>
                </a:path>
              </a:pathLst>
            </a:custGeom>
            <a:solidFill>
              <a:srgbClr val="282828"/>
            </a:solidFill>
            <a:ln w="19050" cap="sq">
              <a:solidFill>
                <a:srgbClr val="E50D0A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1008638" cy="1082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49279" y="1929288"/>
            <a:ext cx="3538709" cy="3086100"/>
            <a:chOff x="0" y="0"/>
            <a:chExt cx="932006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2006" cy="812800"/>
            </a:xfrm>
            <a:custGeom>
              <a:avLst/>
              <a:gdLst/>
              <a:ahLst/>
              <a:cxnLst/>
              <a:rect r="r" b="b" t="t" l="l"/>
              <a:pathLst>
                <a:path h="812800" w="932006">
                  <a:moveTo>
                    <a:pt x="8751" y="0"/>
                  </a:moveTo>
                  <a:lnTo>
                    <a:pt x="923254" y="0"/>
                  </a:lnTo>
                  <a:cubicBezTo>
                    <a:pt x="925575" y="0"/>
                    <a:pt x="927801" y="922"/>
                    <a:pt x="929442" y="2563"/>
                  </a:cubicBezTo>
                  <a:cubicBezTo>
                    <a:pt x="931084" y="4204"/>
                    <a:pt x="932006" y="6430"/>
                    <a:pt x="932006" y="8751"/>
                  </a:cubicBezTo>
                  <a:lnTo>
                    <a:pt x="932006" y="804049"/>
                  </a:lnTo>
                  <a:cubicBezTo>
                    <a:pt x="932006" y="808882"/>
                    <a:pt x="928088" y="812800"/>
                    <a:pt x="923254" y="812800"/>
                  </a:cubicBezTo>
                  <a:lnTo>
                    <a:pt x="8751" y="812800"/>
                  </a:lnTo>
                  <a:cubicBezTo>
                    <a:pt x="3918" y="812800"/>
                    <a:pt x="0" y="808882"/>
                    <a:pt x="0" y="804049"/>
                  </a:cubicBezTo>
                  <a:lnTo>
                    <a:pt x="0" y="8751"/>
                  </a:lnTo>
                  <a:cubicBezTo>
                    <a:pt x="0" y="3918"/>
                    <a:pt x="3918" y="0"/>
                    <a:pt x="8751" y="0"/>
                  </a:cubicBezTo>
                  <a:close/>
                </a:path>
              </a:pathLst>
            </a:custGeom>
            <a:solidFill>
              <a:srgbClr val="4F4E4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932006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3233874" y="1932739"/>
            <a:ext cx="2444135" cy="2857690"/>
          </a:xfrm>
          <a:custGeom>
            <a:avLst/>
            <a:gdLst/>
            <a:ahLst/>
            <a:cxnLst/>
            <a:rect r="r" b="b" t="t" l="l"/>
            <a:pathLst>
              <a:path h="2857690" w="2444135">
                <a:moveTo>
                  <a:pt x="0" y="0"/>
                </a:moveTo>
                <a:lnTo>
                  <a:pt x="2444135" y="0"/>
                </a:lnTo>
                <a:lnTo>
                  <a:pt x="2444135" y="2857690"/>
                </a:lnTo>
                <a:lnTo>
                  <a:pt x="0" y="28576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8180" t="-50279" r="-84133" b="-18838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983673" y="1929288"/>
            <a:ext cx="2428755" cy="3017023"/>
          </a:xfrm>
          <a:custGeom>
            <a:avLst/>
            <a:gdLst/>
            <a:ahLst/>
            <a:cxnLst/>
            <a:rect r="r" b="b" t="t" l="l"/>
            <a:pathLst>
              <a:path h="3017023" w="2428755">
                <a:moveTo>
                  <a:pt x="0" y="0"/>
                </a:moveTo>
                <a:lnTo>
                  <a:pt x="2428755" y="0"/>
                </a:lnTo>
                <a:lnTo>
                  <a:pt x="2428755" y="3017023"/>
                </a:lnTo>
                <a:lnTo>
                  <a:pt x="0" y="30170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9084" t="-17345" r="-23393" b="-9416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1869911">
            <a:off x="6027671" y="1425249"/>
            <a:ext cx="720635" cy="1014979"/>
          </a:xfrm>
          <a:custGeom>
            <a:avLst/>
            <a:gdLst/>
            <a:ahLst/>
            <a:cxnLst/>
            <a:rect r="r" b="b" t="t" l="l"/>
            <a:pathLst>
              <a:path h="1014979" w="720635">
                <a:moveTo>
                  <a:pt x="0" y="0"/>
                </a:moveTo>
                <a:lnTo>
                  <a:pt x="720635" y="0"/>
                </a:lnTo>
                <a:lnTo>
                  <a:pt x="720635" y="1014979"/>
                </a:lnTo>
                <a:lnTo>
                  <a:pt x="0" y="10149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1537769">
            <a:off x="11210794" y="1379667"/>
            <a:ext cx="720635" cy="1014979"/>
          </a:xfrm>
          <a:custGeom>
            <a:avLst/>
            <a:gdLst/>
            <a:ahLst/>
            <a:cxnLst/>
            <a:rect r="r" b="b" t="t" l="l"/>
            <a:pathLst>
              <a:path h="1014979" w="720635">
                <a:moveTo>
                  <a:pt x="0" y="0"/>
                </a:moveTo>
                <a:lnTo>
                  <a:pt x="720635" y="0"/>
                </a:lnTo>
                <a:lnTo>
                  <a:pt x="720635" y="1014979"/>
                </a:lnTo>
                <a:lnTo>
                  <a:pt x="0" y="10149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9153063" y="5939146"/>
            <a:ext cx="3829672" cy="3818895"/>
            <a:chOff x="0" y="0"/>
            <a:chExt cx="1008638" cy="1005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8638" cy="1005800"/>
            </a:xfrm>
            <a:custGeom>
              <a:avLst/>
              <a:gdLst/>
              <a:ahLst/>
              <a:cxnLst/>
              <a:rect r="r" b="b" t="t" l="l"/>
              <a:pathLst>
                <a:path h="1005800" w="1008638">
                  <a:moveTo>
                    <a:pt x="14151" y="0"/>
                  </a:moveTo>
                  <a:lnTo>
                    <a:pt x="994487" y="0"/>
                  </a:lnTo>
                  <a:cubicBezTo>
                    <a:pt x="998240" y="0"/>
                    <a:pt x="1001839" y="1491"/>
                    <a:pt x="1004493" y="4145"/>
                  </a:cubicBezTo>
                  <a:cubicBezTo>
                    <a:pt x="1007147" y="6799"/>
                    <a:pt x="1008638" y="10398"/>
                    <a:pt x="1008638" y="14151"/>
                  </a:cubicBezTo>
                  <a:lnTo>
                    <a:pt x="1008638" y="991649"/>
                  </a:lnTo>
                  <a:cubicBezTo>
                    <a:pt x="1008638" y="995402"/>
                    <a:pt x="1007147" y="999001"/>
                    <a:pt x="1004493" y="1001655"/>
                  </a:cubicBezTo>
                  <a:cubicBezTo>
                    <a:pt x="1001839" y="1004309"/>
                    <a:pt x="998240" y="1005800"/>
                    <a:pt x="994487" y="1005800"/>
                  </a:cubicBezTo>
                  <a:lnTo>
                    <a:pt x="14151" y="1005800"/>
                  </a:lnTo>
                  <a:cubicBezTo>
                    <a:pt x="10398" y="1005800"/>
                    <a:pt x="6799" y="1004309"/>
                    <a:pt x="4145" y="1001655"/>
                  </a:cubicBezTo>
                  <a:cubicBezTo>
                    <a:pt x="1491" y="999001"/>
                    <a:pt x="0" y="995402"/>
                    <a:pt x="0" y="991649"/>
                  </a:cubicBezTo>
                  <a:lnTo>
                    <a:pt x="0" y="14151"/>
                  </a:lnTo>
                  <a:cubicBezTo>
                    <a:pt x="0" y="10398"/>
                    <a:pt x="1491" y="6799"/>
                    <a:pt x="4145" y="4145"/>
                  </a:cubicBezTo>
                  <a:cubicBezTo>
                    <a:pt x="6799" y="1491"/>
                    <a:pt x="10398" y="0"/>
                    <a:pt x="14151" y="0"/>
                  </a:cubicBezTo>
                  <a:close/>
                </a:path>
              </a:pathLst>
            </a:custGeom>
            <a:solidFill>
              <a:srgbClr val="282828"/>
            </a:solidFill>
            <a:ln w="19050" cap="sq">
              <a:solidFill>
                <a:srgbClr val="E50D0A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1008638" cy="1082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296816" y="6117622"/>
            <a:ext cx="3538709" cy="3086100"/>
            <a:chOff x="0" y="0"/>
            <a:chExt cx="932006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32006" cy="812800"/>
            </a:xfrm>
            <a:custGeom>
              <a:avLst/>
              <a:gdLst/>
              <a:ahLst/>
              <a:cxnLst/>
              <a:rect r="r" b="b" t="t" l="l"/>
              <a:pathLst>
                <a:path h="812800" w="932006">
                  <a:moveTo>
                    <a:pt x="8751" y="0"/>
                  </a:moveTo>
                  <a:lnTo>
                    <a:pt x="923254" y="0"/>
                  </a:lnTo>
                  <a:cubicBezTo>
                    <a:pt x="925575" y="0"/>
                    <a:pt x="927801" y="922"/>
                    <a:pt x="929442" y="2563"/>
                  </a:cubicBezTo>
                  <a:cubicBezTo>
                    <a:pt x="931084" y="4204"/>
                    <a:pt x="932006" y="6430"/>
                    <a:pt x="932006" y="8751"/>
                  </a:cubicBezTo>
                  <a:lnTo>
                    <a:pt x="932006" y="804049"/>
                  </a:lnTo>
                  <a:cubicBezTo>
                    <a:pt x="932006" y="808882"/>
                    <a:pt x="928088" y="812800"/>
                    <a:pt x="923254" y="812800"/>
                  </a:cubicBezTo>
                  <a:lnTo>
                    <a:pt x="8751" y="812800"/>
                  </a:lnTo>
                  <a:cubicBezTo>
                    <a:pt x="3918" y="812800"/>
                    <a:pt x="0" y="808882"/>
                    <a:pt x="0" y="804049"/>
                  </a:cubicBezTo>
                  <a:lnTo>
                    <a:pt x="0" y="8751"/>
                  </a:lnTo>
                  <a:cubicBezTo>
                    <a:pt x="0" y="3918"/>
                    <a:pt x="3918" y="0"/>
                    <a:pt x="8751" y="0"/>
                  </a:cubicBezTo>
                  <a:close/>
                </a:path>
              </a:pathLst>
            </a:custGeom>
            <a:solidFill>
              <a:srgbClr val="4F4E4E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932006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9345019" y="6869907"/>
            <a:ext cx="3490506" cy="1675426"/>
          </a:xfrm>
          <a:custGeom>
            <a:avLst/>
            <a:gdLst/>
            <a:ahLst/>
            <a:cxnLst/>
            <a:rect r="r" b="b" t="t" l="l"/>
            <a:pathLst>
              <a:path h="1675426" w="3490506">
                <a:moveTo>
                  <a:pt x="0" y="0"/>
                </a:moveTo>
                <a:lnTo>
                  <a:pt x="3490506" y="0"/>
                </a:lnTo>
                <a:lnTo>
                  <a:pt x="3490506" y="1675426"/>
                </a:lnTo>
                <a:lnTo>
                  <a:pt x="0" y="16754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45818" t="-95456" r="-45245" b="-41596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6958934" y="1750811"/>
            <a:ext cx="3829672" cy="3818895"/>
            <a:chOff x="0" y="0"/>
            <a:chExt cx="1008638" cy="1005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8638" cy="1005800"/>
            </a:xfrm>
            <a:custGeom>
              <a:avLst/>
              <a:gdLst/>
              <a:ahLst/>
              <a:cxnLst/>
              <a:rect r="r" b="b" t="t" l="l"/>
              <a:pathLst>
                <a:path h="1005800" w="1008638">
                  <a:moveTo>
                    <a:pt x="14151" y="0"/>
                  </a:moveTo>
                  <a:lnTo>
                    <a:pt x="994487" y="0"/>
                  </a:lnTo>
                  <a:cubicBezTo>
                    <a:pt x="998240" y="0"/>
                    <a:pt x="1001839" y="1491"/>
                    <a:pt x="1004493" y="4145"/>
                  </a:cubicBezTo>
                  <a:cubicBezTo>
                    <a:pt x="1007147" y="6799"/>
                    <a:pt x="1008638" y="10398"/>
                    <a:pt x="1008638" y="14151"/>
                  </a:cubicBezTo>
                  <a:lnTo>
                    <a:pt x="1008638" y="991649"/>
                  </a:lnTo>
                  <a:cubicBezTo>
                    <a:pt x="1008638" y="995402"/>
                    <a:pt x="1007147" y="999001"/>
                    <a:pt x="1004493" y="1001655"/>
                  </a:cubicBezTo>
                  <a:cubicBezTo>
                    <a:pt x="1001839" y="1004309"/>
                    <a:pt x="998240" y="1005800"/>
                    <a:pt x="994487" y="1005800"/>
                  </a:cubicBezTo>
                  <a:lnTo>
                    <a:pt x="14151" y="1005800"/>
                  </a:lnTo>
                  <a:cubicBezTo>
                    <a:pt x="10398" y="1005800"/>
                    <a:pt x="6799" y="1004309"/>
                    <a:pt x="4145" y="1001655"/>
                  </a:cubicBezTo>
                  <a:cubicBezTo>
                    <a:pt x="1491" y="999001"/>
                    <a:pt x="0" y="995402"/>
                    <a:pt x="0" y="991649"/>
                  </a:cubicBezTo>
                  <a:lnTo>
                    <a:pt x="0" y="14151"/>
                  </a:lnTo>
                  <a:cubicBezTo>
                    <a:pt x="0" y="10398"/>
                    <a:pt x="1491" y="6799"/>
                    <a:pt x="4145" y="4145"/>
                  </a:cubicBezTo>
                  <a:cubicBezTo>
                    <a:pt x="6799" y="1491"/>
                    <a:pt x="10398" y="0"/>
                    <a:pt x="14151" y="0"/>
                  </a:cubicBezTo>
                  <a:close/>
                </a:path>
              </a:pathLst>
            </a:custGeom>
            <a:solidFill>
              <a:srgbClr val="282828">
                <a:alpha val="54902"/>
              </a:srgbClr>
            </a:solidFill>
            <a:ln w="19050" cap="sq">
              <a:solidFill>
                <a:srgbClr val="00BF63">
                  <a:alpha val="54902"/>
                </a:srgbClr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1008638" cy="1082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102688" y="1929288"/>
            <a:ext cx="3538709" cy="3086100"/>
            <a:chOff x="0" y="0"/>
            <a:chExt cx="932006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32006" cy="812800"/>
            </a:xfrm>
            <a:custGeom>
              <a:avLst/>
              <a:gdLst/>
              <a:ahLst/>
              <a:cxnLst/>
              <a:rect r="r" b="b" t="t" l="l"/>
              <a:pathLst>
                <a:path h="812800" w="932006">
                  <a:moveTo>
                    <a:pt x="8751" y="0"/>
                  </a:moveTo>
                  <a:lnTo>
                    <a:pt x="923254" y="0"/>
                  </a:lnTo>
                  <a:cubicBezTo>
                    <a:pt x="925575" y="0"/>
                    <a:pt x="927801" y="922"/>
                    <a:pt x="929442" y="2563"/>
                  </a:cubicBezTo>
                  <a:cubicBezTo>
                    <a:pt x="931084" y="4204"/>
                    <a:pt x="932006" y="6430"/>
                    <a:pt x="932006" y="8751"/>
                  </a:cubicBezTo>
                  <a:lnTo>
                    <a:pt x="932006" y="804049"/>
                  </a:lnTo>
                  <a:cubicBezTo>
                    <a:pt x="932006" y="808882"/>
                    <a:pt x="928088" y="812800"/>
                    <a:pt x="923254" y="812800"/>
                  </a:cubicBezTo>
                  <a:lnTo>
                    <a:pt x="8751" y="812800"/>
                  </a:lnTo>
                  <a:cubicBezTo>
                    <a:pt x="3918" y="812800"/>
                    <a:pt x="0" y="808882"/>
                    <a:pt x="0" y="804049"/>
                  </a:cubicBezTo>
                  <a:lnTo>
                    <a:pt x="0" y="8751"/>
                  </a:lnTo>
                  <a:cubicBezTo>
                    <a:pt x="0" y="3918"/>
                    <a:pt x="3918" y="0"/>
                    <a:pt x="8751" y="0"/>
                  </a:cubicBezTo>
                  <a:close/>
                </a:path>
              </a:pathLst>
            </a:custGeom>
            <a:solidFill>
              <a:srgbClr val="4F4E4E">
                <a:alpha val="54902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932006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7471792" y="2045507"/>
            <a:ext cx="2803955" cy="2853662"/>
          </a:xfrm>
          <a:custGeom>
            <a:avLst/>
            <a:gdLst/>
            <a:ahLst/>
            <a:cxnLst/>
            <a:rect r="r" b="b" t="t" l="l"/>
            <a:pathLst>
              <a:path h="2853662" w="2803955">
                <a:moveTo>
                  <a:pt x="0" y="0"/>
                </a:moveTo>
                <a:lnTo>
                  <a:pt x="2803956" y="0"/>
                </a:lnTo>
                <a:lnTo>
                  <a:pt x="2803956" y="2853662"/>
                </a:lnTo>
                <a:lnTo>
                  <a:pt x="0" y="285366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29000"/>
            </a:blip>
            <a:stretch>
              <a:fillRect l="-35495" t="-26135" r="-30896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0240274" y="1798488"/>
            <a:ext cx="802244" cy="943817"/>
          </a:xfrm>
          <a:custGeom>
            <a:avLst/>
            <a:gdLst/>
            <a:ahLst/>
            <a:cxnLst/>
            <a:rect r="r" b="b" t="t" l="l"/>
            <a:pathLst>
              <a:path h="943817" w="802244">
                <a:moveTo>
                  <a:pt x="0" y="0"/>
                </a:moveTo>
                <a:lnTo>
                  <a:pt x="802245" y="0"/>
                </a:lnTo>
                <a:lnTo>
                  <a:pt x="802245" y="943817"/>
                </a:lnTo>
                <a:lnTo>
                  <a:pt x="0" y="94381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31999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6777273" y="4828290"/>
            <a:ext cx="590909" cy="844156"/>
          </a:xfrm>
          <a:custGeom>
            <a:avLst/>
            <a:gdLst/>
            <a:ahLst/>
            <a:cxnLst/>
            <a:rect r="r" b="b" t="t" l="l"/>
            <a:pathLst>
              <a:path h="844156" w="590909">
                <a:moveTo>
                  <a:pt x="0" y="0"/>
                </a:moveTo>
                <a:lnTo>
                  <a:pt x="590908" y="0"/>
                </a:lnTo>
                <a:lnTo>
                  <a:pt x="590908" y="844156"/>
                </a:lnTo>
                <a:lnTo>
                  <a:pt x="0" y="84415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31999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5051419" y="7249978"/>
            <a:ext cx="1636157" cy="1523574"/>
          </a:xfrm>
          <a:custGeom>
            <a:avLst/>
            <a:gdLst/>
            <a:ahLst/>
            <a:cxnLst/>
            <a:rect r="r" b="b" t="t" l="l"/>
            <a:pathLst>
              <a:path h="1523574" w="1636157">
                <a:moveTo>
                  <a:pt x="0" y="0"/>
                </a:moveTo>
                <a:lnTo>
                  <a:pt x="1636156" y="0"/>
                </a:lnTo>
                <a:lnTo>
                  <a:pt x="1636156" y="1523574"/>
                </a:lnTo>
                <a:lnTo>
                  <a:pt x="0" y="152357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46794" t="-100314" r="-321414" b="-8789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6958710" y="7249978"/>
            <a:ext cx="1590206" cy="1523574"/>
          </a:xfrm>
          <a:custGeom>
            <a:avLst/>
            <a:gdLst/>
            <a:ahLst/>
            <a:cxnLst/>
            <a:rect r="r" b="b" t="t" l="l"/>
            <a:pathLst>
              <a:path h="1523574" w="1590206">
                <a:moveTo>
                  <a:pt x="0" y="0"/>
                </a:moveTo>
                <a:lnTo>
                  <a:pt x="1590206" y="0"/>
                </a:lnTo>
                <a:lnTo>
                  <a:pt x="1590206" y="1523574"/>
                </a:lnTo>
                <a:lnTo>
                  <a:pt x="0" y="152357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313794" t="-100314" r="-67943" b="-8789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6150379" y="9270471"/>
            <a:ext cx="1261822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279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</a:t>
            </a:r>
            <a:r>
              <a:rPr lang="en-US" sz="1800" spc="279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DWARE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620902" y="5058252"/>
            <a:ext cx="1363246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279">
                <a:solidFill>
                  <a:srgbClr val="00BF63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ZERO DAY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616381" y="5133606"/>
            <a:ext cx="1829991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279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LOGIC BOMB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520925" y="687101"/>
            <a:ext cx="9246150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INIMIGOS MAYA 3D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608971" y="9270397"/>
            <a:ext cx="917854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279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</a:t>
            </a:r>
            <a:r>
              <a:rPr lang="en-US" sz="1800" spc="279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ORM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275167" y="5120163"/>
            <a:ext cx="119375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279">
                <a:solidFill>
                  <a:srgbClr val="00BF63">
                    <a:alpha val="20784"/>
                  </a:srgbClr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???????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653864" y="1406007"/>
            <a:ext cx="1534023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279">
                <a:solidFill>
                  <a:srgbClr val="00BF63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MINI-BOSS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281425" y="1406007"/>
            <a:ext cx="941321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279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BOSS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204268" y="1406007"/>
            <a:ext cx="1577128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279">
                <a:solidFill>
                  <a:srgbClr val="00BF63">
                    <a:alpha val="51765"/>
                  </a:srgbClr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BOSS????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433825" y="1558407"/>
            <a:ext cx="941321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279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BOSS</a:t>
            </a:r>
          </a:p>
        </p:txBody>
      </p:sp>
    </p:spTree>
  </p:cSld>
  <p:clrMapOvr>
    <a:masterClrMapping/>
  </p:clrMapOvr>
  <p:transition spd="slow">
    <p:push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41949" y="3140638"/>
            <a:ext cx="4507123" cy="4494440"/>
            <a:chOff x="0" y="0"/>
            <a:chExt cx="1008638" cy="1005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8638" cy="1005800"/>
            </a:xfrm>
            <a:custGeom>
              <a:avLst/>
              <a:gdLst/>
              <a:ahLst/>
              <a:cxnLst/>
              <a:rect r="r" b="b" t="t" l="l"/>
              <a:pathLst>
                <a:path h="1005800" w="1008638">
                  <a:moveTo>
                    <a:pt x="12024" y="0"/>
                  </a:moveTo>
                  <a:lnTo>
                    <a:pt x="996614" y="0"/>
                  </a:lnTo>
                  <a:cubicBezTo>
                    <a:pt x="999803" y="0"/>
                    <a:pt x="1002861" y="1267"/>
                    <a:pt x="1005116" y="3522"/>
                  </a:cubicBezTo>
                  <a:cubicBezTo>
                    <a:pt x="1007371" y="5777"/>
                    <a:pt x="1008638" y="8835"/>
                    <a:pt x="1008638" y="12024"/>
                  </a:cubicBezTo>
                  <a:lnTo>
                    <a:pt x="1008638" y="993776"/>
                  </a:lnTo>
                  <a:cubicBezTo>
                    <a:pt x="1008638" y="1000416"/>
                    <a:pt x="1003254" y="1005800"/>
                    <a:pt x="996614" y="1005800"/>
                  </a:cubicBezTo>
                  <a:lnTo>
                    <a:pt x="12024" y="1005800"/>
                  </a:lnTo>
                  <a:cubicBezTo>
                    <a:pt x="5383" y="1005800"/>
                    <a:pt x="0" y="1000416"/>
                    <a:pt x="0" y="993776"/>
                  </a:cubicBezTo>
                  <a:lnTo>
                    <a:pt x="0" y="12024"/>
                  </a:lnTo>
                  <a:cubicBezTo>
                    <a:pt x="0" y="5383"/>
                    <a:pt x="5383" y="0"/>
                    <a:pt x="12024" y="0"/>
                  </a:cubicBezTo>
                  <a:close/>
                </a:path>
              </a:pathLst>
            </a:custGeom>
            <a:solidFill>
              <a:srgbClr val="282828"/>
            </a:solidFill>
            <a:ln w="19050" cap="sq">
              <a:solidFill>
                <a:srgbClr val="E50D0A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008638" cy="1082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13166" y="3776648"/>
            <a:ext cx="4164690" cy="3632017"/>
            <a:chOff x="0" y="0"/>
            <a:chExt cx="93200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2006" cy="812800"/>
            </a:xfrm>
            <a:custGeom>
              <a:avLst/>
              <a:gdLst/>
              <a:ahLst/>
              <a:cxnLst/>
              <a:rect r="r" b="b" t="t" l="l"/>
              <a:pathLst>
                <a:path h="812800" w="932006">
                  <a:moveTo>
                    <a:pt x="7436" y="0"/>
                  </a:moveTo>
                  <a:lnTo>
                    <a:pt x="924570" y="0"/>
                  </a:lnTo>
                  <a:cubicBezTo>
                    <a:pt x="926542" y="0"/>
                    <a:pt x="928433" y="783"/>
                    <a:pt x="929828" y="2178"/>
                  </a:cubicBezTo>
                  <a:cubicBezTo>
                    <a:pt x="931222" y="3572"/>
                    <a:pt x="932006" y="5464"/>
                    <a:pt x="932006" y="7436"/>
                  </a:cubicBezTo>
                  <a:lnTo>
                    <a:pt x="932006" y="805364"/>
                  </a:lnTo>
                  <a:cubicBezTo>
                    <a:pt x="932006" y="809471"/>
                    <a:pt x="928677" y="812800"/>
                    <a:pt x="924570" y="812800"/>
                  </a:cubicBezTo>
                  <a:lnTo>
                    <a:pt x="7436" y="812800"/>
                  </a:lnTo>
                  <a:cubicBezTo>
                    <a:pt x="3329" y="812800"/>
                    <a:pt x="0" y="809471"/>
                    <a:pt x="0" y="805364"/>
                  </a:cubicBezTo>
                  <a:lnTo>
                    <a:pt x="0" y="7436"/>
                  </a:lnTo>
                  <a:cubicBezTo>
                    <a:pt x="0" y="3329"/>
                    <a:pt x="3329" y="0"/>
                    <a:pt x="7436" y="0"/>
                  </a:cubicBezTo>
                  <a:close/>
                </a:path>
              </a:pathLst>
            </a:custGeom>
            <a:solidFill>
              <a:srgbClr val="5957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932006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19511" t="20748" r="25221" b="19839"/>
          <a:stretch>
            <a:fillRect/>
          </a:stretch>
        </p:blipFill>
        <p:spPr>
          <a:xfrm flipH="false" flipV="false" rot="0">
            <a:off x="4213166" y="4911462"/>
            <a:ext cx="4132964" cy="2497203"/>
          </a:xfrm>
          <a:prstGeom prst="rect">
            <a:avLst/>
          </a:prstGeom>
        </p:spPr>
      </p:pic>
      <p:sp>
        <p:nvSpPr>
          <p:cNvPr name="Freeform 9" id="9"/>
          <p:cNvSpPr/>
          <p:nvPr/>
        </p:nvSpPr>
        <p:spPr>
          <a:xfrm flipH="true" flipV="false" rot="0">
            <a:off x="15170727" y="102921"/>
            <a:ext cx="6234545" cy="4114800"/>
          </a:xfrm>
          <a:custGeom>
            <a:avLst/>
            <a:gdLst/>
            <a:ahLst/>
            <a:cxnLst/>
            <a:rect r="r" b="b" t="t" l="l"/>
            <a:pathLst>
              <a:path h="4114800" w="6234545">
                <a:moveTo>
                  <a:pt x="6234546" y="0"/>
                </a:moveTo>
                <a:lnTo>
                  <a:pt x="0" y="0"/>
                </a:lnTo>
                <a:lnTo>
                  <a:pt x="0" y="4114800"/>
                </a:lnTo>
                <a:lnTo>
                  <a:pt x="6234546" y="4114800"/>
                </a:lnTo>
                <a:lnTo>
                  <a:pt x="623454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78376" y="930691"/>
            <a:ext cx="15751822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MAYA 3D: RIGGING/ANIMAÇÃO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58292" y="3274486"/>
            <a:ext cx="1674436" cy="385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9"/>
              </a:lnSpc>
              <a:spcBef>
                <a:spcPct val="0"/>
              </a:spcBef>
            </a:pPr>
            <a:r>
              <a:rPr lang="en-US" sz="2071" spc="321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VÍR</a:t>
            </a:r>
            <a:r>
              <a:rPr lang="en-US" sz="2071" spc="321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 -1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10800000">
            <a:off x="-347178" y="6739438"/>
            <a:ext cx="4022015" cy="3700253"/>
          </a:xfrm>
          <a:custGeom>
            <a:avLst/>
            <a:gdLst/>
            <a:ahLst/>
            <a:cxnLst/>
            <a:rect r="r" b="b" t="t" l="l"/>
            <a:pathLst>
              <a:path h="3700253" w="4022015">
                <a:moveTo>
                  <a:pt x="0" y="0"/>
                </a:moveTo>
                <a:lnTo>
                  <a:pt x="4022014" y="0"/>
                </a:lnTo>
                <a:lnTo>
                  <a:pt x="4022014" y="3700254"/>
                </a:lnTo>
                <a:lnTo>
                  <a:pt x="0" y="37002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998832" y="3140638"/>
            <a:ext cx="4507123" cy="4494440"/>
            <a:chOff x="0" y="0"/>
            <a:chExt cx="1008638" cy="1005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8638" cy="1005800"/>
            </a:xfrm>
            <a:custGeom>
              <a:avLst/>
              <a:gdLst/>
              <a:ahLst/>
              <a:cxnLst/>
              <a:rect r="r" b="b" t="t" l="l"/>
              <a:pathLst>
                <a:path h="1005800" w="1008638">
                  <a:moveTo>
                    <a:pt x="12024" y="0"/>
                  </a:moveTo>
                  <a:lnTo>
                    <a:pt x="996614" y="0"/>
                  </a:lnTo>
                  <a:cubicBezTo>
                    <a:pt x="999803" y="0"/>
                    <a:pt x="1002861" y="1267"/>
                    <a:pt x="1005116" y="3522"/>
                  </a:cubicBezTo>
                  <a:cubicBezTo>
                    <a:pt x="1007371" y="5777"/>
                    <a:pt x="1008638" y="8835"/>
                    <a:pt x="1008638" y="12024"/>
                  </a:cubicBezTo>
                  <a:lnTo>
                    <a:pt x="1008638" y="993776"/>
                  </a:lnTo>
                  <a:cubicBezTo>
                    <a:pt x="1008638" y="1000416"/>
                    <a:pt x="1003254" y="1005800"/>
                    <a:pt x="996614" y="1005800"/>
                  </a:cubicBezTo>
                  <a:lnTo>
                    <a:pt x="12024" y="1005800"/>
                  </a:lnTo>
                  <a:cubicBezTo>
                    <a:pt x="5383" y="1005800"/>
                    <a:pt x="0" y="1000416"/>
                    <a:pt x="0" y="993776"/>
                  </a:cubicBezTo>
                  <a:lnTo>
                    <a:pt x="0" y="12024"/>
                  </a:lnTo>
                  <a:cubicBezTo>
                    <a:pt x="0" y="5383"/>
                    <a:pt x="5383" y="0"/>
                    <a:pt x="12024" y="0"/>
                  </a:cubicBezTo>
                  <a:close/>
                </a:path>
              </a:pathLst>
            </a:custGeom>
            <a:solidFill>
              <a:srgbClr val="282828"/>
            </a:solidFill>
            <a:ln w="19050" cap="sq">
              <a:solidFill>
                <a:srgbClr val="E50D0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1008638" cy="1082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49567" y="7067245"/>
            <a:ext cx="2001585" cy="385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9"/>
              </a:lnSpc>
              <a:spcBef>
                <a:spcPct val="0"/>
              </a:spcBef>
            </a:pPr>
            <a:r>
              <a:rPr lang="en-US" sz="2071" spc="321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VÍR</a:t>
            </a:r>
            <a:r>
              <a:rPr lang="en-US" sz="2071" spc="321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 -3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68015" y="3350686"/>
            <a:ext cx="4164690" cy="3632017"/>
            <a:chOff x="0" y="0"/>
            <a:chExt cx="932006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2006" cy="812800"/>
            </a:xfrm>
            <a:custGeom>
              <a:avLst/>
              <a:gdLst/>
              <a:ahLst/>
              <a:cxnLst/>
              <a:rect r="r" b="b" t="t" l="l"/>
              <a:pathLst>
                <a:path h="812800" w="932006">
                  <a:moveTo>
                    <a:pt x="7436" y="0"/>
                  </a:moveTo>
                  <a:lnTo>
                    <a:pt x="924570" y="0"/>
                  </a:lnTo>
                  <a:cubicBezTo>
                    <a:pt x="926542" y="0"/>
                    <a:pt x="928433" y="783"/>
                    <a:pt x="929828" y="2178"/>
                  </a:cubicBezTo>
                  <a:cubicBezTo>
                    <a:pt x="931222" y="3572"/>
                    <a:pt x="932006" y="5464"/>
                    <a:pt x="932006" y="7436"/>
                  </a:cubicBezTo>
                  <a:lnTo>
                    <a:pt x="932006" y="805364"/>
                  </a:lnTo>
                  <a:cubicBezTo>
                    <a:pt x="932006" y="809471"/>
                    <a:pt x="928677" y="812800"/>
                    <a:pt x="924570" y="812800"/>
                  </a:cubicBezTo>
                  <a:lnTo>
                    <a:pt x="7436" y="812800"/>
                  </a:lnTo>
                  <a:cubicBezTo>
                    <a:pt x="3329" y="812800"/>
                    <a:pt x="0" y="809471"/>
                    <a:pt x="0" y="805364"/>
                  </a:cubicBezTo>
                  <a:lnTo>
                    <a:pt x="0" y="7436"/>
                  </a:lnTo>
                  <a:cubicBezTo>
                    <a:pt x="0" y="3329"/>
                    <a:pt x="3329" y="0"/>
                    <a:pt x="7436" y="0"/>
                  </a:cubicBezTo>
                  <a:close/>
                </a:path>
              </a:pathLst>
            </a:custGeom>
            <a:solidFill>
              <a:srgbClr val="59575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932006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pic>
        <p:nvPicPr>
          <p:cNvPr name="Picture 20" id="20">
            <a:hlinkClick action="ppaction://media"/>
          </p:cNvPr>
          <p:cNvPicPr>
            <a:picLocks noChangeAspect="true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9"/>
          <a:srcRect l="25052" t="18384" r="25860" b="21448"/>
          <a:stretch>
            <a:fillRect/>
          </a:stretch>
        </p:blipFill>
        <p:spPr>
          <a:xfrm flipH="false" flipV="false" rot="0">
            <a:off x="9203085" y="4332643"/>
            <a:ext cx="4098616" cy="265006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9394959" y="5994645"/>
            <a:ext cx="381125" cy="381125"/>
          </a:xfrm>
          <a:custGeom>
            <a:avLst/>
            <a:gdLst/>
            <a:ahLst/>
            <a:cxnLst/>
            <a:rect r="r" b="b" t="t" l="l"/>
            <a:pathLst>
              <a:path h="381125" w="381125">
                <a:moveTo>
                  <a:pt x="0" y="381124"/>
                </a:moveTo>
                <a:lnTo>
                  <a:pt x="381124" y="381124"/>
                </a:lnTo>
                <a:lnTo>
                  <a:pt x="381124" y="0"/>
                </a:lnTo>
                <a:lnTo>
                  <a:pt x="0" y="0"/>
                </a:lnTo>
                <a:lnTo>
                  <a:pt x="0" y="3811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37548" y="6375769"/>
            <a:ext cx="1076802" cy="115313"/>
            <a:chOff x="0" y="0"/>
            <a:chExt cx="283602" cy="303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3602" cy="30371"/>
            </a:xfrm>
            <a:custGeom>
              <a:avLst/>
              <a:gdLst/>
              <a:ahLst/>
              <a:cxnLst/>
              <a:rect r="r" b="b" t="t" l="l"/>
              <a:pathLst>
                <a:path h="30371" w="283602">
                  <a:moveTo>
                    <a:pt x="0" y="0"/>
                  </a:moveTo>
                  <a:lnTo>
                    <a:pt x="283602" y="0"/>
                  </a:lnTo>
                  <a:lnTo>
                    <a:pt x="283602" y="30371"/>
                  </a:lnTo>
                  <a:lnTo>
                    <a:pt x="0" y="30371"/>
                  </a:lnTo>
                  <a:close/>
                </a:path>
              </a:pathLst>
            </a:custGeom>
            <a:solidFill>
              <a:srgbClr val="1CC9F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83602" cy="30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471877" y="6375769"/>
            <a:ext cx="5856994" cy="2558464"/>
            <a:chOff x="0" y="0"/>
            <a:chExt cx="1633236" cy="7134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33236" cy="713433"/>
            </a:xfrm>
            <a:custGeom>
              <a:avLst/>
              <a:gdLst/>
              <a:ahLst/>
              <a:cxnLst/>
              <a:rect r="r" b="b" t="t" l="l"/>
              <a:pathLst>
                <a:path h="713433" w="1633236">
                  <a:moveTo>
                    <a:pt x="1473216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553414"/>
                  </a:lnTo>
                  <a:lnTo>
                    <a:pt x="160020" y="713433"/>
                  </a:lnTo>
                  <a:lnTo>
                    <a:pt x="1473216" y="713433"/>
                  </a:lnTo>
                  <a:lnTo>
                    <a:pt x="1633236" y="553414"/>
                  </a:lnTo>
                  <a:lnTo>
                    <a:pt x="1633236" y="160020"/>
                  </a:lnTo>
                  <a:lnTo>
                    <a:pt x="1473216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63500" y="63500"/>
              <a:ext cx="1506236" cy="586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76083" y="3379155"/>
            <a:ext cx="5600672" cy="2558464"/>
            <a:chOff x="0" y="0"/>
            <a:chExt cx="1561760" cy="7134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61760" cy="713433"/>
            </a:xfrm>
            <a:custGeom>
              <a:avLst/>
              <a:gdLst/>
              <a:ahLst/>
              <a:cxnLst/>
              <a:rect r="r" b="b" t="t" l="l"/>
              <a:pathLst>
                <a:path h="713433" w="1561760">
                  <a:moveTo>
                    <a:pt x="140174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553414"/>
                  </a:lnTo>
                  <a:lnTo>
                    <a:pt x="160020" y="713433"/>
                  </a:lnTo>
                  <a:lnTo>
                    <a:pt x="1401740" y="713433"/>
                  </a:lnTo>
                  <a:lnTo>
                    <a:pt x="1561760" y="553414"/>
                  </a:lnTo>
                  <a:lnTo>
                    <a:pt x="1561760" y="160020"/>
                  </a:lnTo>
                  <a:lnTo>
                    <a:pt x="1401740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63500" y="63500"/>
              <a:ext cx="1434760" cy="586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201389" y="3066610"/>
            <a:ext cx="2770577" cy="277057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310462"/>
                  </a:lnTo>
                  <a:lnTo>
                    <a:pt x="657569" y="812800"/>
                  </a:lnTo>
                  <a:lnTo>
                    <a:pt x="155231" y="812800"/>
                  </a:lnTo>
                  <a:lnTo>
                    <a:pt x="0" y="31046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40E1A"/>
            </a:solidFill>
            <a:ln w="38100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203200"/>
              <a:ext cx="558800" cy="558800"/>
            </a:xfrm>
            <a:prstGeom prst="rect">
              <a:avLst/>
            </a:prstGeom>
          </p:spPr>
          <p:txBody>
            <a:bodyPr anchor="ctr" rtlCol="false" tIns="20515" lIns="20515" bIns="20515" rIns="20515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347980">
            <a:off x="6735066" y="3784572"/>
            <a:ext cx="1005473" cy="529765"/>
            <a:chOff x="0" y="0"/>
            <a:chExt cx="812800" cy="4282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428249"/>
            </a:xfrm>
            <a:custGeom>
              <a:avLst/>
              <a:gdLst/>
              <a:ahLst/>
              <a:cxnLst/>
              <a:rect r="r" b="b" t="t" l="l"/>
              <a:pathLst>
                <a:path h="428249" w="812800">
                  <a:moveTo>
                    <a:pt x="812800" y="0"/>
                  </a:moveTo>
                  <a:lnTo>
                    <a:pt x="0" y="0"/>
                  </a:lnTo>
                  <a:lnTo>
                    <a:pt x="101600" y="214125"/>
                  </a:lnTo>
                  <a:lnTo>
                    <a:pt x="0" y="428249"/>
                  </a:lnTo>
                  <a:lnTo>
                    <a:pt x="812800" y="428249"/>
                  </a:lnTo>
                  <a:lnTo>
                    <a:pt x="711200" y="214125"/>
                  </a:lnTo>
                  <a:lnTo>
                    <a:pt x="812800" y="0"/>
                  </a:lnTo>
                  <a:close/>
                </a:path>
              </a:pathLst>
            </a:custGeom>
            <a:solidFill>
              <a:srgbClr val="040E1A"/>
            </a:solidFill>
            <a:ln w="38100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88900" y="0"/>
              <a:ext cx="635000" cy="428249"/>
            </a:xfrm>
            <a:prstGeom prst="rect">
              <a:avLst/>
            </a:prstGeom>
          </p:spPr>
          <p:txBody>
            <a:bodyPr anchor="ctr" rtlCol="false" tIns="20515" lIns="20515" bIns="20515" rIns="20515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283022">
            <a:off x="5482783" y="3709505"/>
            <a:ext cx="963281" cy="598223"/>
            <a:chOff x="0" y="0"/>
            <a:chExt cx="812800" cy="5047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504770"/>
            </a:xfrm>
            <a:custGeom>
              <a:avLst/>
              <a:gdLst/>
              <a:ahLst/>
              <a:cxnLst/>
              <a:rect r="r" b="b" t="t" l="l"/>
              <a:pathLst>
                <a:path h="504770" w="812800">
                  <a:moveTo>
                    <a:pt x="812800" y="0"/>
                  </a:moveTo>
                  <a:lnTo>
                    <a:pt x="0" y="0"/>
                  </a:lnTo>
                  <a:lnTo>
                    <a:pt x="101600" y="252385"/>
                  </a:lnTo>
                  <a:lnTo>
                    <a:pt x="0" y="504770"/>
                  </a:lnTo>
                  <a:lnTo>
                    <a:pt x="812800" y="504770"/>
                  </a:lnTo>
                  <a:lnTo>
                    <a:pt x="711200" y="252385"/>
                  </a:lnTo>
                  <a:lnTo>
                    <a:pt x="812800" y="0"/>
                  </a:lnTo>
                  <a:close/>
                </a:path>
              </a:pathLst>
            </a:custGeom>
            <a:solidFill>
              <a:srgbClr val="040E1A"/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88900" y="0"/>
              <a:ext cx="635000" cy="504770"/>
            </a:xfrm>
            <a:prstGeom prst="rect">
              <a:avLst/>
            </a:prstGeom>
          </p:spPr>
          <p:txBody>
            <a:bodyPr anchor="ctr" rtlCol="false" tIns="20515" lIns="20515" bIns="20515" rIns="20515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245332" y="3598430"/>
            <a:ext cx="1428114" cy="1601264"/>
            <a:chOff x="0" y="0"/>
            <a:chExt cx="1904152" cy="2135019"/>
          </a:xfrm>
        </p:grpSpPr>
        <p:grpSp>
          <p:nvGrpSpPr>
            <p:cNvPr name="Group 22" id="22"/>
            <p:cNvGrpSpPr/>
            <p:nvPr/>
          </p:nvGrpSpPr>
          <p:grpSpPr>
            <a:xfrm rot="1301040">
              <a:off x="1097378" y="214252"/>
              <a:ext cx="612811" cy="1167267"/>
              <a:chOff x="0" y="0"/>
              <a:chExt cx="419256" cy="79858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19256" cy="798588"/>
              </a:xfrm>
              <a:custGeom>
                <a:avLst/>
                <a:gdLst/>
                <a:ahLst/>
                <a:cxnLst/>
                <a:rect r="r" b="b" t="t" l="l"/>
                <a:pathLst>
                  <a:path h="798588" w="419256">
                    <a:moveTo>
                      <a:pt x="209628" y="0"/>
                    </a:moveTo>
                    <a:cubicBezTo>
                      <a:pt x="93854" y="0"/>
                      <a:pt x="0" y="178770"/>
                      <a:pt x="0" y="399294"/>
                    </a:cubicBezTo>
                    <a:cubicBezTo>
                      <a:pt x="0" y="619818"/>
                      <a:pt x="93854" y="798588"/>
                      <a:pt x="209628" y="798588"/>
                    </a:cubicBezTo>
                    <a:cubicBezTo>
                      <a:pt x="325402" y="798588"/>
                      <a:pt x="419256" y="619818"/>
                      <a:pt x="419256" y="399294"/>
                    </a:cubicBezTo>
                    <a:cubicBezTo>
                      <a:pt x="419256" y="178770"/>
                      <a:pt x="325402" y="0"/>
                      <a:pt x="209628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39305" y="103443"/>
                <a:ext cx="340645" cy="6202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927311">
              <a:off x="602502" y="49586"/>
              <a:ext cx="523261" cy="1113608"/>
              <a:chOff x="0" y="0"/>
              <a:chExt cx="375669" cy="7995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75669" cy="799500"/>
              </a:xfrm>
              <a:custGeom>
                <a:avLst/>
                <a:gdLst/>
                <a:ahLst/>
                <a:cxnLst/>
                <a:rect r="r" b="b" t="t" l="l"/>
                <a:pathLst>
                  <a:path h="799500" w="375669">
                    <a:moveTo>
                      <a:pt x="187834" y="0"/>
                    </a:moveTo>
                    <a:cubicBezTo>
                      <a:pt x="84096" y="0"/>
                      <a:pt x="0" y="178974"/>
                      <a:pt x="0" y="399750"/>
                    </a:cubicBezTo>
                    <a:cubicBezTo>
                      <a:pt x="0" y="620526"/>
                      <a:pt x="84096" y="799500"/>
                      <a:pt x="187834" y="799500"/>
                    </a:cubicBezTo>
                    <a:cubicBezTo>
                      <a:pt x="291572" y="799500"/>
                      <a:pt x="375669" y="620526"/>
                      <a:pt x="375669" y="399750"/>
                    </a:cubicBezTo>
                    <a:cubicBezTo>
                      <a:pt x="375669" y="178974"/>
                      <a:pt x="291572" y="0"/>
                      <a:pt x="187834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35219" y="103528"/>
                <a:ext cx="305231" cy="6210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1188162">
              <a:off x="214393" y="466532"/>
              <a:ext cx="1299479" cy="1492496"/>
              <a:chOff x="0" y="0"/>
              <a:chExt cx="694259" cy="79738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94259" cy="797380"/>
              </a:xfrm>
              <a:custGeom>
                <a:avLst/>
                <a:gdLst/>
                <a:ahLst/>
                <a:cxnLst/>
                <a:rect r="r" b="b" t="t" l="l"/>
                <a:pathLst>
                  <a:path h="797380" w="694259">
                    <a:moveTo>
                      <a:pt x="347130" y="0"/>
                    </a:moveTo>
                    <a:cubicBezTo>
                      <a:pt x="155415" y="0"/>
                      <a:pt x="0" y="178500"/>
                      <a:pt x="0" y="398690"/>
                    </a:cubicBezTo>
                    <a:cubicBezTo>
                      <a:pt x="0" y="618881"/>
                      <a:pt x="155415" y="797380"/>
                      <a:pt x="347130" y="797380"/>
                    </a:cubicBezTo>
                    <a:cubicBezTo>
                      <a:pt x="538844" y="797380"/>
                      <a:pt x="694259" y="618881"/>
                      <a:pt x="694259" y="398690"/>
                    </a:cubicBezTo>
                    <a:cubicBezTo>
                      <a:pt x="694259" y="178500"/>
                      <a:pt x="538844" y="0"/>
                      <a:pt x="347130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65087" y="103329"/>
                <a:ext cx="564085" cy="6192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sp>
        <p:nvSpPr>
          <p:cNvPr name="Freeform 31" id="31"/>
          <p:cNvSpPr/>
          <p:nvPr/>
        </p:nvSpPr>
        <p:spPr>
          <a:xfrm flipH="true" flipV="false" rot="0">
            <a:off x="15376755" y="64441"/>
            <a:ext cx="6234545" cy="4114800"/>
          </a:xfrm>
          <a:custGeom>
            <a:avLst/>
            <a:gdLst/>
            <a:ahLst/>
            <a:cxnLst/>
            <a:rect r="r" b="b" t="t" l="l"/>
            <a:pathLst>
              <a:path h="4114800" w="6234545">
                <a:moveTo>
                  <a:pt x="6234545" y="0"/>
                </a:moveTo>
                <a:lnTo>
                  <a:pt x="0" y="0"/>
                </a:lnTo>
                <a:lnTo>
                  <a:pt x="0" y="4114800"/>
                </a:lnTo>
                <a:lnTo>
                  <a:pt x="6234545" y="4114800"/>
                </a:lnTo>
                <a:lnTo>
                  <a:pt x="62345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9776083" y="6375769"/>
            <a:ext cx="5600672" cy="2558464"/>
            <a:chOff x="0" y="0"/>
            <a:chExt cx="1561760" cy="71343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61760" cy="713433"/>
            </a:xfrm>
            <a:custGeom>
              <a:avLst/>
              <a:gdLst/>
              <a:ahLst/>
              <a:cxnLst/>
              <a:rect r="r" b="b" t="t" l="l"/>
              <a:pathLst>
                <a:path h="713433" w="1561760">
                  <a:moveTo>
                    <a:pt x="140174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553414"/>
                  </a:lnTo>
                  <a:lnTo>
                    <a:pt x="160020" y="713433"/>
                  </a:lnTo>
                  <a:lnTo>
                    <a:pt x="1401740" y="713433"/>
                  </a:lnTo>
                  <a:lnTo>
                    <a:pt x="1561760" y="553414"/>
                  </a:lnTo>
                  <a:lnTo>
                    <a:pt x="1561760" y="160020"/>
                  </a:lnTo>
                  <a:lnTo>
                    <a:pt x="1401740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63500" y="63500"/>
              <a:ext cx="1434760" cy="586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038018" y="3379155"/>
            <a:ext cx="1076802" cy="115313"/>
            <a:chOff x="0" y="0"/>
            <a:chExt cx="283602" cy="303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83602" cy="30371"/>
            </a:xfrm>
            <a:custGeom>
              <a:avLst/>
              <a:gdLst/>
              <a:ahLst/>
              <a:cxnLst/>
              <a:rect r="r" b="b" t="t" l="l"/>
              <a:pathLst>
                <a:path h="30371" w="283602">
                  <a:moveTo>
                    <a:pt x="0" y="0"/>
                  </a:moveTo>
                  <a:lnTo>
                    <a:pt x="283602" y="0"/>
                  </a:lnTo>
                  <a:lnTo>
                    <a:pt x="283602" y="30371"/>
                  </a:lnTo>
                  <a:lnTo>
                    <a:pt x="0" y="30371"/>
                  </a:lnTo>
                  <a:close/>
                </a:path>
              </a:pathLst>
            </a:custGeom>
            <a:solidFill>
              <a:srgbClr val="1CC9F1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83602" cy="30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38018" y="6375769"/>
            <a:ext cx="1076802" cy="115313"/>
            <a:chOff x="0" y="0"/>
            <a:chExt cx="283602" cy="303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83602" cy="30371"/>
            </a:xfrm>
            <a:custGeom>
              <a:avLst/>
              <a:gdLst/>
              <a:ahLst/>
              <a:cxnLst/>
              <a:rect r="r" b="b" t="t" l="l"/>
              <a:pathLst>
                <a:path h="30371" w="283602">
                  <a:moveTo>
                    <a:pt x="0" y="0"/>
                  </a:moveTo>
                  <a:lnTo>
                    <a:pt x="283602" y="0"/>
                  </a:lnTo>
                  <a:lnTo>
                    <a:pt x="283602" y="30371"/>
                  </a:lnTo>
                  <a:lnTo>
                    <a:pt x="0" y="30371"/>
                  </a:lnTo>
                  <a:close/>
                </a:path>
              </a:pathLst>
            </a:custGeom>
            <a:solidFill>
              <a:srgbClr val="1CC9F1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83602" cy="30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-10800000">
            <a:off x="-347178" y="6739438"/>
            <a:ext cx="4022015" cy="3700253"/>
          </a:xfrm>
          <a:custGeom>
            <a:avLst/>
            <a:gdLst/>
            <a:ahLst/>
            <a:cxnLst/>
            <a:rect r="r" b="b" t="t" l="l"/>
            <a:pathLst>
              <a:path h="3700253" w="4022015">
                <a:moveTo>
                  <a:pt x="0" y="0"/>
                </a:moveTo>
                <a:lnTo>
                  <a:pt x="4022014" y="0"/>
                </a:lnTo>
                <a:lnTo>
                  <a:pt x="4022014" y="3700254"/>
                </a:lnTo>
                <a:lnTo>
                  <a:pt x="0" y="37002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7538004" y="3415467"/>
            <a:ext cx="1221053" cy="1542192"/>
            <a:chOff x="0" y="0"/>
            <a:chExt cx="1628071" cy="2056256"/>
          </a:xfrm>
        </p:grpSpPr>
        <p:grpSp>
          <p:nvGrpSpPr>
            <p:cNvPr name="Group 43" id="43"/>
            <p:cNvGrpSpPr/>
            <p:nvPr/>
          </p:nvGrpSpPr>
          <p:grpSpPr>
            <a:xfrm rot="-724586">
              <a:off x="714949" y="50959"/>
              <a:ext cx="612811" cy="1188039"/>
              <a:chOff x="0" y="0"/>
              <a:chExt cx="419256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41925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19256">
                    <a:moveTo>
                      <a:pt x="209628" y="0"/>
                    </a:moveTo>
                    <a:cubicBezTo>
                      <a:pt x="93854" y="0"/>
                      <a:pt x="0" y="181951"/>
                      <a:pt x="0" y="406400"/>
                    </a:cubicBezTo>
                    <a:cubicBezTo>
                      <a:pt x="0" y="630849"/>
                      <a:pt x="93854" y="812800"/>
                      <a:pt x="209628" y="812800"/>
                    </a:cubicBezTo>
                    <a:cubicBezTo>
                      <a:pt x="325402" y="812800"/>
                      <a:pt x="419256" y="630849"/>
                      <a:pt x="419256" y="406400"/>
                    </a:cubicBezTo>
                    <a:cubicBezTo>
                      <a:pt x="419256" y="181951"/>
                      <a:pt x="325402" y="0"/>
                      <a:pt x="209628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39305" y="104775"/>
                <a:ext cx="340645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-1098315">
              <a:off x="203090" y="217261"/>
              <a:ext cx="523261" cy="1132133"/>
              <a:chOff x="0" y="0"/>
              <a:chExt cx="375669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37566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75669">
                    <a:moveTo>
                      <a:pt x="187834" y="0"/>
                    </a:moveTo>
                    <a:cubicBezTo>
                      <a:pt x="84096" y="0"/>
                      <a:pt x="0" y="181951"/>
                      <a:pt x="0" y="406400"/>
                    </a:cubicBezTo>
                    <a:cubicBezTo>
                      <a:pt x="0" y="630849"/>
                      <a:pt x="84096" y="812800"/>
                      <a:pt x="187834" y="812800"/>
                    </a:cubicBezTo>
                    <a:cubicBezTo>
                      <a:pt x="291572" y="812800"/>
                      <a:pt x="375669" y="630849"/>
                      <a:pt x="375669" y="406400"/>
                    </a:cubicBezTo>
                    <a:cubicBezTo>
                      <a:pt x="375669" y="181951"/>
                      <a:pt x="291572" y="0"/>
                      <a:pt x="187834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35219" y="104775"/>
                <a:ext cx="305231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-837464">
              <a:off x="164296" y="400637"/>
              <a:ext cx="1299479" cy="1521358"/>
              <a:chOff x="0" y="0"/>
              <a:chExt cx="694259" cy="8128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69425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4259">
                    <a:moveTo>
                      <a:pt x="347130" y="0"/>
                    </a:moveTo>
                    <a:cubicBezTo>
                      <a:pt x="155415" y="0"/>
                      <a:pt x="0" y="181951"/>
                      <a:pt x="0" y="406400"/>
                    </a:cubicBezTo>
                    <a:cubicBezTo>
                      <a:pt x="0" y="630849"/>
                      <a:pt x="155415" y="812800"/>
                      <a:pt x="347130" y="812800"/>
                    </a:cubicBezTo>
                    <a:cubicBezTo>
                      <a:pt x="538844" y="812800"/>
                      <a:pt x="694259" y="630849"/>
                      <a:pt x="694259" y="406400"/>
                    </a:cubicBezTo>
                    <a:cubicBezTo>
                      <a:pt x="694259" y="181951"/>
                      <a:pt x="538844" y="0"/>
                      <a:pt x="347130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65087" y="104775"/>
                <a:ext cx="564085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sp>
        <p:nvSpPr>
          <p:cNvPr name="TextBox 52" id="52"/>
          <p:cNvSpPr txBox="true"/>
          <p:nvPr/>
        </p:nvSpPr>
        <p:spPr>
          <a:xfrm rot="0">
            <a:off x="3779196" y="6824458"/>
            <a:ext cx="4895345" cy="2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800" spc="18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Mokoto Glitch 1"/>
                <a:ea typeface="Mokoto Glitch 1"/>
                <a:cs typeface="Mokoto Glitch 1"/>
                <a:sym typeface="Mokoto Glitch 1"/>
              </a:rPr>
              <a:t>ÁUDIOS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162956" y="3989768"/>
            <a:ext cx="4895345" cy="267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800" spc="18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PÚBLICO-ALVO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162956" y="4363782"/>
            <a:ext cx="4895345" cy="1362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800" spc="18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PESSOAS QUE [ERRO] APRENDER SOBRE SEGURANÇA CIBERNÉNÉNÉNÉ , QUE GOSTAM DE DESAFIOS, JOGOS DE ESTRATÉGIA E TECNOLOGI........../~/;/../~~/.~/Ç./././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975236" y="505347"/>
            <a:ext cx="11220570" cy="238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99"/>
              </a:lnSpc>
            </a:pPr>
            <a:r>
              <a:rPr lang="en-US" sz="10722" spc="-235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Mokoto Glitch 1"/>
                <a:ea typeface="Mokoto Glitch 1"/>
                <a:cs typeface="Mokoto Glitch 1"/>
                <a:sym typeface="Mokoto Glitch 1"/>
              </a:rPr>
              <a:t>ÁUDIO / ERRO  ALVO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162956" y="7065805"/>
            <a:ext cx="4895345" cy="2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800" spc="180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Mokoto Glitch 1"/>
                <a:ea typeface="Mokoto Glitch 1"/>
                <a:cs typeface="Mokoto Glitch 1"/>
                <a:sym typeface="Mokoto Glitch 1"/>
              </a:rPr>
              <a:t>ERRO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162956" y="7409087"/>
            <a:ext cx="4895345" cy="705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800" spc="18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+16, JOVENS, ADULTOS E ETC...................................................ERRO.............</a:t>
            </a:r>
          </a:p>
        </p:txBody>
      </p:sp>
      <p:sp>
        <p:nvSpPr>
          <p:cNvPr name="TextBox 58" id="58"/>
          <p:cNvSpPr txBox="true"/>
          <p:nvPr/>
        </p:nvSpPr>
        <p:spPr>
          <a:xfrm rot="-10800000">
            <a:off x="3779196" y="7171069"/>
            <a:ext cx="5364804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278" u="sng">
                <a:solidFill>
                  <a:srgbClr val="FFFFFF"/>
                </a:solidFill>
                <a:latin typeface="Mokoto Glitch 1"/>
                <a:ea typeface="Mokoto Glitch 1"/>
                <a:cs typeface="Mokoto Glitch 1"/>
                <a:sym typeface="Mokoto Glitch 1"/>
                <a:hlinkClick r:id="rId8" tooltip="https://drive.google.com/drive/folders/1Z3Ks47Cwj8ceT5AkeWtwCXIrls-FQCPB?usp=drive_link"/>
              </a:rPr>
              <a:t>HTTPS://DRIVE.GOOGLE.COM/DRIVE/FOLDERS/1Z3KS47CWJ8CET5AKEWTWCXIRLS-FQCPB?USP=DRIVE_LINK</a:t>
            </a:r>
          </a:p>
        </p:txBody>
      </p:sp>
      <p:sp>
        <p:nvSpPr>
          <p:cNvPr name="TextBox 59" id="59"/>
          <p:cNvSpPr txBox="true"/>
          <p:nvPr/>
        </p:nvSpPr>
        <p:spPr>
          <a:xfrm rot="-1232482">
            <a:off x="4381476" y="1964296"/>
            <a:ext cx="1373045" cy="145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99"/>
              </a:lnSpc>
            </a:pPr>
            <a:r>
              <a:rPr lang="en-US" sz="10722" spc="-235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!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030535" y="23502"/>
            <a:ext cx="2257465" cy="4114800"/>
          </a:xfrm>
          <a:custGeom>
            <a:avLst/>
            <a:gdLst/>
            <a:ahLst/>
            <a:cxnLst/>
            <a:rect r="r" b="b" t="t" l="l"/>
            <a:pathLst>
              <a:path h="4114800" w="2257465">
                <a:moveTo>
                  <a:pt x="2257465" y="0"/>
                </a:moveTo>
                <a:lnTo>
                  <a:pt x="0" y="0"/>
                </a:lnTo>
                <a:lnTo>
                  <a:pt x="0" y="4114800"/>
                </a:lnTo>
                <a:lnTo>
                  <a:pt x="2257465" y="4114800"/>
                </a:lnTo>
                <a:lnTo>
                  <a:pt x="225746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6174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05065" y="2235805"/>
            <a:ext cx="5364350" cy="41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200" spc="320">
                <a:solidFill>
                  <a:srgbClr val="FF3131"/>
                </a:solidFill>
                <a:latin typeface="Mokoto Glitch 1"/>
                <a:ea typeface="Mokoto Glitch 1"/>
                <a:cs typeface="Mokoto Glitch 1"/>
                <a:sym typeface="Mokoto Glitch 1"/>
              </a:rPr>
              <a:t>OBJETIVOS ERRO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10703"/>
            <a:ext cx="10173712" cy="98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5"/>
              </a:lnSpc>
            </a:pPr>
            <a:r>
              <a:rPr lang="en-US" sz="9976" spc="-219">
                <a:solidFill>
                  <a:srgbClr val="FF3131"/>
                </a:solidFill>
                <a:latin typeface="Mokoto Glitch 1"/>
                <a:ea typeface="Mokoto Glitch 1"/>
                <a:cs typeface="Mokoto Glitch 1"/>
                <a:sym typeface="Mokoto Glitch 1"/>
              </a:rPr>
              <a:t>MENÂMICAS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997869" y="1597630"/>
            <a:ext cx="9850902" cy="300038"/>
          </a:xfrm>
          <a:prstGeom prst="line">
            <a:avLst/>
          </a:prstGeom>
          <a:ln cap="flat" w="9525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35689" y="3837091"/>
            <a:ext cx="4693154" cy="2549176"/>
            <a:chOff x="0" y="0"/>
            <a:chExt cx="6257538" cy="339890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4323"/>
              <a:ext cx="6257538" cy="3394578"/>
              <a:chOff x="0" y="0"/>
              <a:chExt cx="2018962" cy="109524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18962" cy="1095243"/>
              </a:xfrm>
              <a:custGeom>
                <a:avLst/>
                <a:gdLst/>
                <a:ahLst/>
                <a:cxnLst/>
                <a:rect r="r" b="b" t="t" l="l"/>
                <a:pathLst>
                  <a:path h="1095243" w="2018962">
                    <a:moveTo>
                      <a:pt x="1858942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935223"/>
                    </a:lnTo>
                    <a:lnTo>
                      <a:pt x="160020" y="1095243"/>
                    </a:lnTo>
                    <a:lnTo>
                      <a:pt x="1858942" y="1095243"/>
                    </a:lnTo>
                    <a:lnTo>
                      <a:pt x="2018962" y="935223"/>
                    </a:lnTo>
                    <a:lnTo>
                      <a:pt x="2018962" y="160020"/>
                    </a:lnTo>
                    <a:lnTo>
                      <a:pt x="1858942" y="0"/>
                    </a:lnTo>
                    <a:close/>
                  </a:path>
                </a:pathLst>
              </a:custGeom>
              <a:ln w="952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63500" y="92075"/>
                <a:ext cx="1891962" cy="9396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567875" y="0"/>
              <a:ext cx="1188601" cy="82815"/>
              <a:chOff x="0" y="0"/>
              <a:chExt cx="420505" cy="2929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20505" cy="29298"/>
              </a:xfrm>
              <a:custGeom>
                <a:avLst/>
                <a:gdLst/>
                <a:ahLst/>
                <a:cxnLst/>
                <a:rect r="r" b="b" t="t" l="l"/>
                <a:pathLst>
                  <a:path h="29298" w="420505">
                    <a:moveTo>
                      <a:pt x="0" y="0"/>
                    </a:moveTo>
                    <a:lnTo>
                      <a:pt x="420505" y="0"/>
                    </a:lnTo>
                    <a:lnTo>
                      <a:pt x="420505" y="29298"/>
                    </a:lnTo>
                    <a:lnTo>
                      <a:pt x="0" y="29298"/>
                    </a:lnTo>
                    <a:close/>
                  </a:path>
                </a:pathLst>
              </a:custGeom>
              <a:solidFill>
                <a:srgbClr val="1CC9F1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28575"/>
                <a:ext cx="420505" cy="7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60480" y="582386"/>
              <a:ext cx="5635199" cy="356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2"/>
                </a:lnSpc>
              </a:pPr>
              <a:r>
                <a:rPr lang="en-US" sz="1800" spc="179">
                  <a:solidFill>
                    <a:srgbClr val="FF313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1- CONS       TORRES;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60480" y="1150096"/>
              <a:ext cx="5635199" cy="3561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1"/>
                </a:lnSpc>
              </a:pPr>
              <a:r>
                <a:rPr lang="en-US" sz="1799" spc="179">
                  <a:solidFill>
                    <a:srgbClr val="FF313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2- MANTER AS TORRES            ;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60480" y="2009895"/>
              <a:ext cx="5635199" cy="3561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1"/>
                </a:lnSpc>
              </a:pPr>
              <a:r>
                <a:rPr lang="en-US" sz="1799" spc="179">
                  <a:solidFill>
                    <a:srgbClr val="FF313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3- BACKUP      DADOS;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60480" y="2619794"/>
              <a:ext cx="5635199" cy="3561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1"/>
                </a:lnSpc>
              </a:pPr>
              <a:r>
                <a:rPr lang="en-US" sz="1799" spc="179">
                  <a:solidFill>
                    <a:srgbClr val="FF313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4- ATUALIZAÇÃO DE SENHAS.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962218" y="3837091"/>
            <a:ext cx="5097620" cy="2335370"/>
            <a:chOff x="0" y="0"/>
            <a:chExt cx="6796827" cy="3113827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796827" cy="3113827"/>
              <a:chOff x="0" y="0"/>
              <a:chExt cx="2267266" cy="103870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267266" cy="1038702"/>
              </a:xfrm>
              <a:custGeom>
                <a:avLst/>
                <a:gdLst/>
                <a:ahLst/>
                <a:cxnLst/>
                <a:rect r="r" b="b" t="t" l="l"/>
                <a:pathLst>
                  <a:path h="1038702" w="2267266">
                    <a:moveTo>
                      <a:pt x="2107246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878682"/>
                    </a:lnTo>
                    <a:lnTo>
                      <a:pt x="160020" y="1038702"/>
                    </a:lnTo>
                    <a:lnTo>
                      <a:pt x="2107246" y="1038702"/>
                    </a:lnTo>
                    <a:lnTo>
                      <a:pt x="2267266" y="878682"/>
                    </a:lnTo>
                    <a:lnTo>
                      <a:pt x="2267266" y="160020"/>
                    </a:lnTo>
                    <a:lnTo>
                      <a:pt x="2107246" y="0"/>
                    </a:lnTo>
                    <a:close/>
                  </a:path>
                </a:pathLst>
              </a:custGeom>
              <a:ln w="9525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63500" y="92075"/>
                <a:ext cx="2140266" cy="883127"/>
              </a:xfrm>
              <a:prstGeom prst="rect">
                <a:avLst/>
              </a:prstGeom>
            </p:spPr>
            <p:txBody>
              <a:bodyPr anchor="ctr" rtlCol="false" tIns="35652" lIns="35652" bIns="35652" rIns="3565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2752895" y="0"/>
              <a:ext cx="1291037" cy="80492"/>
              <a:chOff x="0" y="0"/>
              <a:chExt cx="472221" cy="2944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72221" cy="29441"/>
              </a:xfrm>
              <a:custGeom>
                <a:avLst/>
                <a:gdLst/>
                <a:ahLst/>
                <a:cxnLst/>
                <a:rect r="r" b="b" t="t" l="l"/>
                <a:pathLst>
                  <a:path h="29441" w="472221">
                    <a:moveTo>
                      <a:pt x="0" y="0"/>
                    </a:moveTo>
                    <a:lnTo>
                      <a:pt x="472221" y="0"/>
                    </a:lnTo>
                    <a:lnTo>
                      <a:pt x="472221" y="29441"/>
                    </a:lnTo>
                    <a:lnTo>
                      <a:pt x="0" y="29441"/>
                    </a:lnTo>
                    <a:close/>
                  </a:path>
                </a:pathLst>
              </a:custGeom>
              <a:solidFill>
                <a:srgbClr val="1CC9F1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472221" cy="866"/>
              </a:xfrm>
              <a:prstGeom prst="rect">
                <a:avLst/>
              </a:prstGeom>
            </p:spPr>
            <p:txBody>
              <a:bodyPr anchor="ctr" rtlCol="false" tIns="35652" lIns="35652" bIns="35652" rIns="3565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97067" y="80492"/>
              <a:ext cx="6202693" cy="285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4"/>
                </a:lnSpc>
              </a:pPr>
              <a:r>
                <a:rPr lang="en-US" sz="1701" spc="170">
                  <a:solidFill>
                    <a:srgbClr val="FF313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 ERRO</a:t>
              </a:r>
            </a:p>
            <a:p>
              <a:pPr algn="l">
                <a:lnSpc>
                  <a:spcPts val="1684"/>
                </a:lnSpc>
              </a:pPr>
            </a:p>
            <a:p>
              <a:pPr algn="l" marL="367371" indent="-183685" lvl="1">
                <a:lnSpc>
                  <a:spcPts val="1684"/>
                </a:lnSpc>
                <a:buFont typeface="Arial"/>
                <a:buChar char="•"/>
              </a:pPr>
              <a:r>
                <a:rPr lang="en-US" sz="1701" spc="170">
                  <a:solidFill>
                    <a:srgbClr val="FF313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EM COMPUTADOR DA TORRE, PLAYER TERÁ QUE ESPERAR O ERRO ERRO ERRO ERRO ERRO</a:t>
              </a:r>
            </a:p>
            <a:p>
              <a:pPr algn="l">
                <a:lnSpc>
                  <a:spcPts val="1684"/>
                </a:lnSpc>
              </a:pPr>
            </a:p>
            <a:p>
              <a:pPr algn="l" marL="367371" indent="-183685" lvl="1">
                <a:lnSpc>
                  <a:spcPts val="1684"/>
                </a:lnSpc>
                <a:buFont typeface="Arial"/>
                <a:buChar char="•"/>
              </a:pPr>
              <a:r>
                <a:rPr lang="en-US" sz="1701" spc="170">
                  <a:solidFill>
                    <a:srgbClr val="FF313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</a:t>
              </a:r>
              <a:r>
                <a:rPr lang="en-US" sz="1701" spc="170">
                  <a:solidFill>
                    <a:srgbClr val="FF313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RRO ERRO ERRO ERRO ERRO</a:t>
              </a:r>
            </a:p>
            <a:p>
              <a:pPr algn="l">
                <a:lnSpc>
                  <a:spcPts val="1684"/>
                </a:lnSpc>
              </a:pPr>
            </a:p>
            <a:p>
              <a:pPr algn="l">
                <a:lnSpc>
                  <a:spcPts val="1684"/>
                </a:lnSpc>
              </a:pPr>
              <a:r>
                <a:rPr lang="en-US" sz="1701" spc="170">
                  <a:solidFill>
                    <a:srgbClr val="FF313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ERRO ERRO ERRO ERRO ERRO ERRO ERRO ERRO ERRO ERRO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11839" y="6708614"/>
            <a:ext cx="4693154" cy="3203293"/>
            <a:chOff x="0" y="0"/>
            <a:chExt cx="6257538" cy="427105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257538" cy="4271057"/>
              <a:chOff x="0" y="0"/>
              <a:chExt cx="1986422" cy="135582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986422" cy="1355824"/>
              </a:xfrm>
              <a:custGeom>
                <a:avLst/>
                <a:gdLst/>
                <a:ahLst/>
                <a:cxnLst/>
                <a:rect r="r" b="b" t="t" l="l"/>
                <a:pathLst>
                  <a:path h="1355824" w="1986422">
                    <a:moveTo>
                      <a:pt x="1826402" y="0"/>
                    </a:moveTo>
                    <a:lnTo>
                      <a:pt x="160020" y="0"/>
                    </a:lnTo>
                    <a:lnTo>
                      <a:pt x="0" y="160020"/>
                    </a:lnTo>
                    <a:lnTo>
                      <a:pt x="0" y="1195804"/>
                    </a:lnTo>
                    <a:lnTo>
                      <a:pt x="160020" y="1355824"/>
                    </a:lnTo>
                    <a:lnTo>
                      <a:pt x="1826402" y="1355824"/>
                    </a:lnTo>
                    <a:lnTo>
                      <a:pt x="1986422" y="1195804"/>
                    </a:lnTo>
                    <a:lnTo>
                      <a:pt x="1986422" y="160020"/>
                    </a:lnTo>
                    <a:lnTo>
                      <a:pt x="1826402" y="0"/>
                    </a:lnTo>
                    <a:close/>
                  </a:path>
                </a:pathLst>
              </a:custGeom>
              <a:ln w="9525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63500" y="92075"/>
                <a:ext cx="1859422" cy="1200249"/>
              </a:xfrm>
              <a:prstGeom prst="rect">
                <a:avLst/>
              </a:prstGeom>
            </p:spPr>
            <p:txBody>
              <a:bodyPr anchor="ctr" rtlCol="false" tIns="41378" lIns="41378" bIns="41378" rIns="41378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2606311" y="0"/>
              <a:ext cx="1188601" cy="84583"/>
              <a:chOff x="0" y="0"/>
              <a:chExt cx="413728" cy="2944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13728" cy="29441"/>
              </a:xfrm>
              <a:custGeom>
                <a:avLst/>
                <a:gdLst/>
                <a:ahLst/>
                <a:cxnLst/>
                <a:rect r="r" b="b" t="t" l="l"/>
                <a:pathLst>
                  <a:path h="29441" w="413728">
                    <a:moveTo>
                      <a:pt x="0" y="0"/>
                    </a:moveTo>
                    <a:lnTo>
                      <a:pt x="413728" y="0"/>
                    </a:lnTo>
                    <a:lnTo>
                      <a:pt x="413728" y="29441"/>
                    </a:lnTo>
                    <a:lnTo>
                      <a:pt x="0" y="29441"/>
                    </a:lnTo>
                    <a:close/>
                  </a:path>
                </a:pathLst>
              </a:custGeom>
              <a:solidFill>
                <a:srgbClr val="1CC9F1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28575"/>
                <a:ext cx="413728" cy="866"/>
              </a:xfrm>
              <a:prstGeom prst="rect">
                <a:avLst/>
              </a:prstGeom>
            </p:spPr>
            <p:txBody>
              <a:bodyPr anchor="ctr" rtlCol="false" tIns="41378" lIns="41378" bIns="41378" rIns="41378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275099" y="0"/>
              <a:ext cx="5707340" cy="4102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81"/>
                </a:lnSpc>
              </a:pPr>
              <a:r>
                <a:rPr lang="en-US" sz="1799" spc="179">
                  <a:solidFill>
                    <a:srgbClr val="FF313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 </a:t>
              </a:r>
            </a:p>
            <a:p>
              <a:pPr algn="ctr">
                <a:lnSpc>
                  <a:spcPts val="1781"/>
                </a:lnSpc>
              </a:pPr>
              <a:r>
                <a:rPr lang="en-US" sz="1799" spc="179">
                  <a:solidFill>
                    <a:srgbClr val="FF313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SENHAS:</a:t>
              </a:r>
            </a:p>
            <a:p>
              <a:pPr algn="l">
                <a:lnSpc>
                  <a:spcPts val="1781"/>
                </a:lnSpc>
              </a:pPr>
            </a:p>
            <a:p>
              <a:pPr algn="l" marL="388620" indent="-194310" lvl="1">
                <a:lnSpc>
                  <a:spcPts val="1781"/>
                </a:lnSpc>
                <a:buFont typeface="Arial"/>
                <a:buChar char="•"/>
              </a:pPr>
              <a:r>
                <a:rPr lang="en-US" sz="1799" spc="179">
                  <a:solidFill>
                    <a:srgbClr val="FF313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NO CO        DA TORRE,</a:t>
              </a:r>
              <a:r>
                <a:rPr lang="en-US" sz="1799" spc="179">
                  <a:solidFill>
                    <a:srgbClr val="FF313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PLAYER DEVE         UMA SENHA QUE         AOS CRITÉRIOS;</a:t>
              </a:r>
            </a:p>
            <a:p>
              <a:pPr algn="l">
                <a:lnSpc>
                  <a:spcPts val="1781"/>
                </a:lnSpc>
              </a:pPr>
            </a:p>
            <a:p>
              <a:pPr algn="l" marL="367031" indent="-183515" lvl="1">
                <a:lnSpc>
                  <a:spcPts val="1683"/>
                </a:lnSpc>
                <a:buFont typeface="Arial"/>
                <a:buChar char="•"/>
              </a:pPr>
              <a:r>
                <a:rPr lang="en-US" sz="1700" spc="170">
                  <a:solidFill>
                    <a:srgbClr val="FF313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 SENHA              DEVE SER ADICIONADA NO CAMPO PEDIDO. CASO NÃO A               , -3 PONTOS</a:t>
              </a:r>
              <a:r>
                <a:rPr lang="en-US" sz="1700" spc="170">
                  <a:solidFill>
                    <a:srgbClr val="FF313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.</a:t>
              </a:r>
            </a:p>
            <a:p>
              <a:pPr algn="l">
                <a:lnSpc>
                  <a:spcPts val="1781"/>
                </a:lnSpc>
              </a:pPr>
            </a:p>
            <a:p>
              <a:pPr algn="l" marL="388620" indent="-194310" lvl="1">
                <a:lnSpc>
                  <a:spcPts val="1781"/>
                </a:lnSpc>
                <a:buFont typeface="Arial"/>
                <a:buChar char="•"/>
              </a:pPr>
              <a:r>
                <a:rPr lang="en-US" sz="1799" spc="179">
                  <a:solidFill>
                    <a:srgbClr val="FF313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+10 PONTOS DE DEFESA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flipV="true">
            <a:off x="11568787" y="242083"/>
            <a:ext cx="0" cy="9524056"/>
          </a:xfrm>
          <a:prstGeom prst="line">
            <a:avLst/>
          </a:prstGeom>
          <a:ln cap="flat" w="9525">
            <a:solidFill>
              <a:srgbClr val="1CC9F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5961580" y="6944793"/>
            <a:ext cx="5097620" cy="2964774"/>
            <a:chOff x="0" y="0"/>
            <a:chExt cx="2157617" cy="125486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57617" cy="1254869"/>
            </a:xfrm>
            <a:custGeom>
              <a:avLst/>
              <a:gdLst/>
              <a:ahLst/>
              <a:cxnLst/>
              <a:rect r="r" b="b" t="t" l="l"/>
              <a:pathLst>
                <a:path h="1254869" w="2157617">
                  <a:moveTo>
                    <a:pt x="1997597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094849"/>
                  </a:lnTo>
                  <a:lnTo>
                    <a:pt x="160020" y="1254869"/>
                  </a:lnTo>
                  <a:lnTo>
                    <a:pt x="1997597" y="1254869"/>
                  </a:lnTo>
                  <a:lnTo>
                    <a:pt x="2157617" y="1094849"/>
                  </a:lnTo>
                  <a:lnTo>
                    <a:pt x="2157617" y="160020"/>
                  </a:lnTo>
                  <a:lnTo>
                    <a:pt x="1997597" y="0"/>
                  </a:lnTo>
                  <a:close/>
                </a:path>
              </a:pathLst>
            </a:custGeom>
            <a:ln w="952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63500" y="63500"/>
              <a:ext cx="2030617" cy="1127869"/>
            </a:xfrm>
            <a:prstGeom prst="rect">
              <a:avLst/>
            </a:prstGeom>
          </p:spPr>
          <p:txBody>
            <a:bodyPr anchor="ctr" rtlCol="false" tIns="41378" lIns="41378" bIns="41378" rIns="41378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6248739" y="7078143"/>
            <a:ext cx="4688559" cy="1931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3"/>
              </a:lnSpc>
            </a:pPr>
            <a:r>
              <a:rPr lang="en-US" sz="1700" spc="170">
                <a:solidFill>
                  <a:srgbClr val="FF313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BACKUPS: </a:t>
            </a:r>
          </a:p>
          <a:p>
            <a:pPr algn="l">
              <a:lnSpc>
                <a:spcPts val="1683"/>
              </a:lnSpc>
            </a:pPr>
          </a:p>
          <a:p>
            <a:pPr algn="l" marL="367031" indent="-183515" lvl="1">
              <a:lnSpc>
                <a:spcPts val="1683"/>
              </a:lnSpc>
              <a:buFont typeface="Arial"/>
              <a:buChar char="•"/>
            </a:pPr>
            <a:r>
              <a:rPr lang="en-US" sz="1700" spc="170">
                <a:solidFill>
                  <a:srgbClr val="FF313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 COLABORADOR TERÁ     CAIXAS (            DADOS), MOVENDO DA TORRE PRINCIPAL PARA      E BACKUP, SEM QUE SEJA          NO CAMINHO.</a:t>
            </a:r>
          </a:p>
          <a:p>
            <a:pPr algn="l">
              <a:lnSpc>
                <a:spcPts val="1683"/>
              </a:lnSpc>
            </a:pPr>
          </a:p>
          <a:p>
            <a:pPr algn="l" marL="367031" indent="-183515" lvl="1">
              <a:lnSpc>
                <a:spcPts val="1683"/>
              </a:lnSpc>
              <a:buFont typeface="Arial"/>
              <a:buChar char="•"/>
            </a:pPr>
            <a:r>
              <a:rPr lang="en-US" sz="1700" spc="170">
                <a:solidFill>
                  <a:srgbClr val="FF313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+ 00000000 PONTOS    E DEFESA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186587" y="2778701"/>
            <a:ext cx="5406432" cy="4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2"/>
              </a:lnSpc>
            </a:pPr>
            <a:r>
              <a:rPr lang="en-US" sz="1800" spc="18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 TORRE FICA DESPROTEGIDA SEM A CONCLUSÃO DOS PUZZLES.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584819" y="8220262"/>
            <a:ext cx="1558160" cy="1512776"/>
            <a:chOff x="0" y="0"/>
            <a:chExt cx="410380" cy="39842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0380" cy="398427"/>
            </a:xfrm>
            <a:custGeom>
              <a:avLst/>
              <a:gdLst/>
              <a:ahLst/>
              <a:cxnLst/>
              <a:rect r="r" b="b" t="t" l="l"/>
              <a:pathLst>
                <a:path h="398427" w="410380">
                  <a:moveTo>
                    <a:pt x="84467" y="0"/>
                  </a:moveTo>
                  <a:lnTo>
                    <a:pt x="325913" y="0"/>
                  </a:lnTo>
                  <a:cubicBezTo>
                    <a:pt x="372563" y="0"/>
                    <a:pt x="410380" y="37817"/>
                    <a:pt x="410380" y="84467"/>
                  </a:cubicBezTo>
                  <a:lnTo>
                    <a:pt x="410380" y="313960"/>
                  </a:lnTo>
                  <a:cubicBezTo>
                    <a:pt x="410380" y="336362"/>
                    <a:pt x="401481" y="357846"/>
                    <a:pt x="385640" y="373687"/>
                  </a:cubicBezTo>
                  <a:cubicBezTo>
                    <a:pt x="369799" y="389527"/>
                    <a:pt x="348315" y="398427"/>
                    <a:pt x="325913" y="398427"/>
                  </a:cubicBezTo>
                  <a:lnTo>
                    <a:pt x="84467" y="398427"/>
                  </a:lnTo>
                  <a:cubicBezTo>
                    <a:pt x="37817" y="398427"/>
                    <a:pt x="0" y="360610"/>
                    <a:pt x="0" y="313960"/>
                  </a:cubicBezTo>
                  <a:lnTo>
                    <a:pt x="0" y="84467"/>
                  </a:lnTo>
                  <a:cubicBezTo>
                    <a:pt x="0" y="37817"/>
                    <a:pt x="37817" y="0"/>
                    <a:pt x="84467" y="0"/>
                  </a:cubicBezTo>
                  <a:close/>
                </a:path>
              </a:pathLst>
            </a:custGeom>
            <a:solidFill>
              <a:srgbClr val="040E1A"/>
            </a:solidFill>
            <a:ln w="38100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10380" cy="398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158107" y="6712297"/>
            <a:ext cx="1558160" cy="3086100"/>
            <a:chOff x="0" y="0"/>
            <a:chExt cx="41038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10380" cy="812800"/>
            </a:xfrm>
            <a:custGeom>
              <a:avLst/>
              <a:gdLst/>
              <a:ahLst/>
              <a:cxnLst/>
              <a:rect r="r" b="b" t="t" l="l"/>
              <a:pathLst>
                <a:path h="812800" w="410380">
                  <a:moveTo>
                    <a:pt x="84467" y="0"/>
                  </a:moveTo>
                  <a:lnTo>
                    <a:pt x="325913" y="0"/>
                  </a:lnTo>
                  <a:cubicBezTo>
                    <a:pt x="372563" y="0"/>
                    <a:pt x="410380" y="37817"/>
                    <a:pt x="410380" y="84467"/>
                  </a:cubicBezTo>
                  <a:lnTo>
                    <a:pt x="410380" y="728333"/>
                  </a:lnTo>
                  <a:cubicBezTo>
                    <a:pt x="410380" y="750735"/>
                    <a:pt x="401481" y="772220"/>
                    <a:pt x="385640" y="788060"/>
                  </a:cubicBezTo>
                  <a:cubicBezTo>
                    <a:pt x="369799" y="803901"/>
                    <a:pt x="348315" y="812800"/>
                    <a:pt x="325913" y="812800"/>
                  </a:cubicBezTo>
                  <a:lnTo>
                    <a:pt x="84467" y="812800"/>
                  </a:lnTo>
                  <a:cubicBezTo>
                    <a:pt x="37817" y="812800"/>
                    <a:pt x="0" y="774983"/>
                    <a:pt x="0" y="728333"/>
                  </a:cubicBezTo>
                  <a:lnTo>
                    <a:pt x="0" y="84467"/>
                  </a:lnTo>
                  <a:cubicBezTo>
                    <a:pt x="0" y="37817"/>
                    <a:pt x="37817" y="0"/>
                    <a:pt x="84467" y="0"/>
                  </a:cubicBezTo>
                  <a:close/>
                </a:path>
              </a:pathLst>
            </a:custGeom>
            <a:solidFill>
              <a:srgbClr val="040E1A"/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41038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701140" y="6680039"/>
            <a:ext cx="1558160" cy="3086100"/>
            <a:chOff x="0" y="0"/>
            <a:chExt cx="41038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10380" cy="812800"/>
            </a:xfrm>
            <a:custGeom>
              <a:avLst/>
              <a:gdLst/>
              <a:ahLst/>
              <a:cxnLst/>
              <a:rect r="r" b="b" t="t" l="l"/>
              <a:pathLst>
                <a:path h="812800" w="410380">
                  <a:moveTo>
                    <a:pt x="84467" y="0"/>
                  </a:moveTo>
                  <a:lnTo>
                    <a:pt x="325913" y="0"/>
                  </a:lnTo>
                  <a:cubicBezTo>
                    <a:pt x="372563" y="0"/>
                    <a:pt x="410380" y="37817"/>
                    <a:pt x="410380" y="84467"/>
                  </a:cubicBezTo>
                  <a:lnTo>
                    <a:pt x="410380" y="728333"/>
                  </a:lnTo>
                  <a:cubicBezTo>
                    <a:pt x="410380" y="750735"/>
                    <a:pt x="401481" y="772220"/>
                    <a:pt x="385640" y="788060"/>
                  </a:cubicBezTo>
                  <a:cubicBezTo>
                    <a:pt x="369799" y="803901"/>
                    <a:pt x="348315" y="812800"/>
                    <a:pt x="325913" y="812800"/>
                  </a:cubicBezTo>
                  <a:lnTo>
                    <a:pt x="84467" y="812800"/>
                  </a:lnTo>
                  <a:cubicBezTo>
                    <a:pt x="37817" y="812800"/>
                    <a:pt x="0" y="774983"/>
                    <a:pt x="0" y="728333"/>
                  </a:cubicBezTo>
                  <a:lnTo>
                    <a:pt x="0" y="84467"/>
                  </a:lnTo>
                  <a:cubicBezTo>
                    <a:pt x="0" y="37817"/>
                    <a:pt x="37817" y="0"/>
                    <a:pt x="84467" y="0"/>
                  </a:cubicBezTo>
                  <a:close/>
                </a:path>
              </a:pathLst>
            </a:custGeom>
            <a:solidFill>
              <a:srgbClr val="040E1A"/>
            </a:solidFill>
            <a:ln w="38100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41038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142979" y="3624213"/>
            <a:ext cx="1558160" cy="3086100"/>
            <a:chOff x="0" y="0"/>
            <a:chExt cx="41038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10380" cy="812800"/>
            </a:xfrm>
            <a:custGeom>
              <a:avLst/>
              <a:gdLst/>
              <a:ahLst/>
              <a:cxnLst/>
              <a:rect r="r" b="b" t="t" l="l"/>
              <a:pathLst>
                <a:path h="812800" w="410380">
                  <a:moveTo>
                    <a:pt x="84467" y="0"/>
                  </a:moveTo>
                  <a:lnTo>
                    <a:pt x="325913" y="0"/>
                  </a:lnTo>
                  <a:cubicBezTo>
                    <a:pt x="372563" y="0"/>
                    <a:pt x="410380" y="37817"/>
                    <a:pt x="410380" y="84467"/>
                  </a:cubicBezTo>
                  <a:lnTo>
                    <a:pt x="410380" y="728333"/>
                  </a:lnTo>
                  <a:cubicBezTo>
                    <a:pt x="410380" y="750735"/>
                    <a:pt x="401481" y="772220"/>
                    <a:pt x="385640" y="788060"/>
                  </a:cubicBezTo>
                  <a:cubicBezTo>
                    <a:pt x="369799" y="803901"/>
                    <a:pt x="348315" y="812800"/>
                    <a:pt x="325913" y="812800"/>
                  </a:cubicBezTo>
                  <a:lnTo>
                    <a:pt x="84467" y="812800"/>
                  </a:lnTo>
                  <a:cubicBezTo>
                    <a:pt x="37817" y="812800"/>
                    <a:pt x="0" y="774983"/>
                    <a:pt x="0" y="728333"/>
                  </a:cubicBezTo>
                  <a:lnTo>
                    <a:pt x="0" y="84467"/>
                  </a:lnTo>
                  <a:cubicBezTo>
                    <a:pt x="0" y="37817"/>
                    <a:pt x="37817" y="0"/>
                    <a:pt x="84467" y="0"/>
                  </a:cubicBezTo>
                  <a:close/>
                </a:path>
              </a:pathLst>
            </a:custGeom>
            <a:solidFill>
              <a:srgbClr val="040E1A"/>
            </a:solidFill>
            <a:ln w="38100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41038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701140" y="5199521"/>
            <a:ext cx="1558160" cy="1512776"/>
            <a:chOff x="0" y="0"/>
            <a:chExt cx="410380" cy="39842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10380" cy="398427"/>
            </a:xfrm>
            <a:custGeom>
              <a:avLst/>
              <a:gdLst/>
              <a:ahLst/>
              <a:cxnLst/>
              <a:rect r="r" b="b" t="t" l="l"/>
              <a:pathLst>
                <a:path h="398427" w="410380">
                  <a:moveTo>
                    <a:pt x="84467" y="0"/>
                  </a:moveTo>
                  <a:lnTo>
                    <a:pt x="325913" y="0"/>
                  </a:lnTo>
                  <a:cubicBezTo>
                    <a:pt x="372563" y="0"/>
                    <a:pt x="410380" y="37817"/>
                    <a:pt x="410380" y="84467"/>
                  </a:cubicBezTo>
                  <a:lnTo>
                    <a:pt x="410380" y="313960"/>
                  </a:lnTo>
                  <a:cubicBezTo>
                    <a:pt x="410380" y="336362"/>
                    <a:pt x="401481" y="357846"/>
                    <a:pt x="385640" y="373687"/>
                  </a:cubicBezTo>
                  <a:cubicBezTo>
                    <a:pt x="369799" y="389527"/>
                    <a:pt x="348315" y="398427"/>
                    <a:pt x="325913" y="398427"/>
                  </a:cubicBezTo>
                  <a:lnTo>
                    <a:pt x="84467" y="398427"/>
                  </a:lnTo>
                  <a:cubicBezTo>
                    <a:pt x="37817" y="398427"/>
                    <a:pt x="0" y="360610"/>
                    <a:pt x="0" y="313960"/>
                  </a:cubicBezTo>
                  <a:lnTo>
                    <a:pt x="0" y="84467"/>
                  </a:lnTo>
                  <a:cubicBezTo>
                    <a:pt x="0" y="37817"/>
                    <a:pt x="37817" y="0"/>
                    <a:pt x="84467" y="0"/>
                  </a:cubicBezTo>
                  <a:close/>
                </a:path>
              </a:pathLst>
            </a:custGeom>
            <a:solidFill>
              <a:srgbClr val="040E1A"/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410380" cy="398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584819" y="2113421"/>
            <a:ext cx="1558160" cy="3086100"/>
            <a:chOff x="0" y="0"/>
            <a:chExt cx="41038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10380" cy="812800"/>
            </a:xfrm>
            <a:custGeom>
              <a:avLst/>
              <a:gdLst/>
              <a:ahLst/>
              <a:cxnLst/>
              <a:rect r="r" b="b" t="t" l="l"/>
              <a:pathLst>
                <a:path h="812800" w="410380">
                  <a:moveTo>
                    <a:pt x="84467" y="0"/>
                  </a:moveTo>
                  <a:lnTo>
                    <a:pt x="325913" y="0"/>
                  </a:lnTo>
                  <a:cubicBezTo>
                    <a:pt x="372563" y="0"/>
                    <a:pt x="410380" y="37817"/>
                    <a:pt x="410380" y="84467"/>
                  </a:cubicBezTo>
                  <a:lnTo>
                    <a:pt x="410380" y="728333"/>
                  </a:lnTo>
                  <a:cubicBezTo>
                    <a:pt x="410380" y="750735"/>
                    <a:pt x="401481" y="772220"/>
                    <a:pt x="385640" y="788060"/>
                  </a:cubicBezTo>
                  <a:cubicBezTo>
                    <a:pt x="369799" y="803901"/>
                    <a:pt x="348315" y="812800"/>
                    <a:pt x="325913" y="812800"/>
                  </a:cubicBezTo>
                  <a:lnTo>
                    <a:pt x="84467" y="812800"/>
                  </a:lnTo>
                  <a:cubicBezTo>
                    <a:pt x="37817" y="812800"/>
                    <a:pt x="0" y="774983"/>
                    <a:pt x="0" y="728333"/>
                  </a:cubicBezTo>
                  <a:lnTo>
                    <a:pt x="0" y="84467"/>
                  </a:lnTo>
                  <a:cubicBezTo>
                    <a:pt x="0" y="37817"/>
                    <a:pt x="37817" y="0"/>
                    <a:pt x="84467" y="0"/>
                  </a:cubicBezTo>
                  <a:close/>
                </a:path>
              </a:pathLst>
            </a:custGeom>
            <a:solidFill>
              <a:srgbClr val="040E1A"/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41038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584819" y="5197537"/>
            <a:ext cx="1558160" cy="1512776"/>
            <a:chOff x="0" y="0"/>
            <a:chExt cx="410380" cy="39842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0380" cy="398427"/>
            </a:xfrm>
            <a:custGeom>
              <a:avLst/>
              <a:gdLst/>
              <a:ahLst/>
              <a:cxnLst/>
              <a:rect r="r" b="b" t="t" l="l"/>
              <a:pathLst>
                <a:path h="398427" w="410380">
                  <a:moveTo>
                    <a:pt x="84467" y="0"/>
                  </a:moveTo>
                  <a:lnTo>
                    <a:pt x="325913" y="0"/>
                  </a:lnTo>
                  <a:cubicBezTo>
                    <a:pt x="372563" y="0"/>
                    <a:pt x="410380" y="37817"/>
                    <a:pt x="410380" y="84467"/>
                  </a:cubicBezTo>
                  <a:lnTo>
                    <a:pt x="410380" y="313960"/>
                  </a:lnTo>
                  <a:cubicBezTo>
                    <a:pt x="410380" y="336362"/>
                    <a:pt x="401481" y="357846"/>
                    <a:pt x="385640" y="373687"/>
                  </a:cubicBezTo>
                  <a:cubicBezTo>
                    <a:pt x="369799" y="389527"/>
                    <a:pt x="348315" y="398427"/>
                    <a:pt x="325913" y="398427"/>
                  </a:cubicBezTo>
                  <a:lnTo>
                    <a:pt x="84467" y="398427"/>
                  </a:lnTo>
                  <a:cubicBezTo>
                    <a:pt x="37817" y="398427"/>
                    <a:pt x="0" y="360610"/>
                    <a:pt x="0" y="313960"/>
                  </a:cubicBezTo>
                  <a:lnTo>
                    <a:pt x="0" y="84467"/>
                  </a:lnTo>
                  <a:cubicBezTo>
                    <a:pt x="0" y="37817"/>
                    <a:pt x="37817" y="0"/>
                    <a:pt x="84467" y="0"/>
                  </a:cubicBezTo>
                  <a:close/>
                </a:path>
              </a:pathLst>
            </a:custGeom>
            <a:solidFill>
              <a:srgbClr val="040E1A"/>
            </a:solidFill>
            <a:ln w="38100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410380" cy="398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158107" y="1363904"/>
            <a:ext cx="1543032" cy="1543032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40E1A"/>
            </a:solidFill>
            <a:ln w="38100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190500" y="190500"/>
              <a:ext cx="431800" cy="431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5400000">
            <a:off x="15064888" y="7150818"/>
            <a:ext cx="3552962" cy="2893262"/>
          </a:xfrm>
          <a:custGeom>
            <a:avLst/>
            <a:gdLst/>
            <a:ahLst/>
            <a:cxnLst/>
            <a:rect r="r" b="b" t="t" l="l"/>
            <a:pathLst>
              <a:path h="2893262" w="3552962">
                <a:moveTo>
                  <a:pt x="0" y="0"/>
                </a:moveTo>
                <a:lnTo>
                  <a:pt x="3552962" y="0"/>
                </a:lnTo>
                <a:lnTo>
                  <a:pt x="3552962" y="2893262"/>
                </a:lnTo>
                <a:lnTo>
                  <a:pt x="0" y="2893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7892" r="-13201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8011315" y="6800736"/>
            <a:ext cx="999425" cy="67857"/>
            <a:chOff x="0" y="0"/>
            <a:chExt cx="463840" cy="3149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63840" cy="31493"/>
            </a:xfrm>
            <a:custGeom>
              <a:avLst/>
              <a:gdLst/>
              <a:ahLst/>
              <a:cxnLst/>
              <a:rect r="r" b="b" t="t" l="l"/>
              <a:pathLst>
                <a:path h="31493" w="463840">
                  <a:moveTo>
                    <a:pt x="0" y="0"/>
                  </a:moveTo>
                  <a:lnTo>
                    <a:pt x="463840" y="0"/>
                  </a:lnTo>
                  <a:lnTo>
                    <a:pt x="463840" y="31493"/>
                  </a:lnTo>
                  <a:lnTo>
                    <a:pt x="0" y="31493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463840" cy="31493"/>
            </a:xfrm>
            <a:prstGeom prst="rect">
              <a:avLst/>
            </a:prstGeom>
          </p:spPr>
          <p:txBody>
            <a:bodyPr anchor="ctr" rtlCol="false" tIns="41378" lIns="41378" bIns="41378" rIns="41378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7946986" y="3522385"/>
            <a:ext cx="1095307" cy="267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800" spc="180">
                <a:solidFill>
                  <a:srgbClr val="FF313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P!##¨¨&amp;*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512935" y="6412958"/>
            <a:ext cx="890962" cy="267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800" spc="180">
                <a:solidFill>
                  <a:srgbClr val="FF313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PUZZLE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895074" y="6514604"/>
            <a:ext cx="1349492" cy="2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800" spc="180">
                <a:solidFill>
                  <a:srgbClr val="FF3131"/>
                </a:solidFill>
                <a:latin typeface="Mokoto Glitch 1"/>
                <a:ea typeface="Mokoto Glitch 1"/>
                <a:cs typeface="Mokoto Glitch 1"/>
                <a:sym typeface="Mokoto Glitch 1"/>
              </a:rPr>
              <a:t>PUZZLE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464349" y="3570010"/>
            <a:ext cx="1427946" cy="267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2"/>
              </a:lnSpc>
            </a:pPr>
            <a:r>
              <a:rPr lang="en-US" sz="1800" spc="180">
                <a:solidFill>
                  <a:srgbClr val="FF313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OBJETIVOS</a:t>
            </a:r>
          </a:p>
        </p:txBody>
      </p:sp>
      <p:sp>
        <p:nvSpPr>
          <p:cNvPr name="Freeform 71" id="71"/>
          <p:cNvSpPr/>
          <p:nvPr/>
        </p:nvSpPr>
        <p:spPr>
          <a:xfrm flipH="false" flipV="false" rot="5400000">
            <a:off x="14317954" y="7040163"/>
            <a:ext cx="3552962" cy="2893262"/>
          </a:xfrm>
          <a:custGeom>
            <a:avLst/>
            <a:gdLst/>
            <a:ahLst/>
            <a:cxnLst/>
            <a:rect r="r" b="b" t="t" l="l"/>
            <a:pathLst>
              <a:path h="2893262" w="3552962">
                <a:moveTo>
                  <a:pt x="0" y="0"/>
                </a:moveTo>
                <a:lnTo>
                  <a:pt x="3552962" y="0"/>
                </a:lnTo>
                <a:lnTo>
                  <a:pt x="3552962" y="2893262"/>
                </a:lnTo>
                <a:lnTo>
                  <a:pt x="0" y="2893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7892" r="-13201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664837" y="9588197"/>
            <a:ext cx="381125" cy="381125"/>
          </a:xfrm>
          <a:custGeom>
            <a:avLst/>
            <a:gdLst/>
            <a:ahLst/>
            <a:cxnLst/>
            <a:rect r="r" b="b" t="t" l="l"/>
            <a:pathLst>
              <a:path h="381125" w="381125">
                <a:moveTo>
                  <a:pt x="0" y="381124"/>
                </a:moveTo>
                <a:lnTo>
                  <a:pt x="381125" y="381124"/>
                </a:lnTo>
                <a:lnTo>
                  <a:pt x="381125" y="0"/>
                </a:lnTo>
                <a:lnTo>
                  <a:pt x="0" y="0"/>
                </a:lnTo>
                <a:lnTo>
                  <a:pt x="0" y="3811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467439" y="6685729"/>
            <a:ext cx="6234545" cy="4114800"/>
          </a:xfrm>
          <a:custGeom>
            <a:avLst/>
            <a:gdLst/>
            <a:ahLst/>
            <a:cxnLst/>
            <a:rect r="r" b="b" t="t" l="l"/>
            <a:pathLst>
              <a:path h="4114800" w="6234545">
                <a:moveTo>
                  <a:pt x="6234545" y="0"/>
                </a:moveTo>
                <a:lnTo>
                  <a:pt x="0" y="0"/>
                </a:lnTo>
                <a:lnTo>
                  <a:pt x="0" y="4114800"/>
                </a:lnTo>
                <a:lnTo>
                  <a:pt x="6234545" y="4114800"/>
                </a:lnTo>
                <a:lnTo>
                  <a:pt x="62345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23041" y="1099052"/>
            <a:ext cx="306308" cy="237807"/>
          </a:xfrm>
          <a:custGeom>
            <a:avLst/>
            <a:gdLst/>
            <a:ahLst/>
            <a:cxnLst/>
            <a:rect r="r" b="b" t="t" l="l"/>
            <a:pathLst>
              <a:path h="237807" w="306308">
                <a:moveTo>
                  <a:pt x="0" y="237806"/>
                </a:moveTo>
                <a:lnTo>
                  <a:pt x="306308" y="237806"/>
                </a:lnTo>
                <a:lnTo>
                  <a:pt x="306308" y="0"/>
                </a:lnTo>
                <a:lnTo>
                  <a:pt x="0" y="0"/>
                </a:lnTo>
                <a:lnTo>
                  <a:pt x="0" y="237806"/>
                </a:lnTo>
                <a:close/>
              </a:path>
            </a:pathLst>
          </a:custGeom>
          <a:blipFill>
            <a:blip r:embed="rId6">
              <a:alphaModFix amt="5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32214" y="119045"/>
            <a:ext cx="10423573" cy="9850276"/>
          </a:xfrm>
          <a:custGeom>
            <a:avLst/>
            <a:gdLst/>
            <a:ahLst/>
            <a:cxnLst/>
            <a:rect r="r" b="b" t="t" l="l"/>
            <a:pathLst>
              <a:path h="9850276" w="10423573">
                <a:moveTo>
                  <a:pt x="0" y="0"/>
                </a:moveTo>
                <a:lnTo>
                  <a:pt x="10423572" y="0"/>
                </a:lnTo>
                <a:lnTo>
                  <a:pt x="10423572" y="9850276"/>
                </a:lnTo>
                <a:lnTo>
                  <a:pt x="0" y="98502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9377141" y="8032792"/>
            <a:ext cx="378854" cy="294129"/>
          </a:xfrm>
          <a:custGeom>
            <a:avLst/>
            <a:gdLst/>
            <a:ahLst/>
            <a:cxnLst/>
            <a:rect r="r" b="b" t="t" l="l"/>
            <a:pathLst>
              <a:path h="294129" w="378854">
                <a:moveTo>
                  <a:pt x="378855" y="0"/>
                </a:moveTo>
                <a:lnTo>
                  <a:pt x="0" y="0"/>
                </a:lnTo>
                <a:lnTo>
                  <a:pt x="0" y="294129"/>
                </a:lnTo>
                <a:lnTo>
                  <a:pt x="378855" y="294129"/>
                </a:lnTo>
                <a:lnTo>
                  <a:pt x="378855" y="0"/>
                </a:lnTo>
                <a:close/>
              </a:path>
            </a:pathLst>
          </a:custGeom>
          <a:blipFill>
            <a:blip r:embed="rId6">
              <a:alphaModFix amt="5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994695" y="6502025"/>
            <a:ext cx="3659707" cy="3285260"/>
            <a:chOff x="0" y="0"/>
            <a:chExt cx="4879610" cy="438034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1588833" y="1261087"/>
              <a:ext cx="1691350" cy="3119260"/>
              <a:chOff x="0" y="0"/>
              <a:chExt cx="334094" cy="61615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34094" cy="616150"/>
              </a:xfrm>
              <a:custGeom>
                <a:avLst/>
                <a:gdLst/>
                <a:ahLst/>
                <a:cxnLst/>
                <a:rect r="r" b="b" t="t" l="l"/>
                <a:pathLst>
                  <a:path h="616150" w="334094">
                    <a:moveTo>
                      <a:pt x="167047" y="0"/>
                    </a:moveTo>
                    <a:lnTo>
                      <a:pt x="167047" y="0"/>
                    </a:lnTo>
                    <a:cubicBezTo>
                      <a:pt x="211351" y="0"/>
                      <a:pt x="253840" y="17600"/>
                      <a:pt x="285167" y="48927"/>
                    </a:cubicBezTo>
                    <a:cubicBezTo>
                      <a:pt x="316494" y="80254"/>
                      <a:pt x="334094" y="122743"/>
                      <a:pt x="334094" y="167047"/>
                    </a:cubicBezTo>
                    <a:lnTo>
                      <a:pt x="334094" y="449103"/>
                    </a:lnTo>
                    <a:cubicBezTo>
                      <a:pt x="334094" y="541361"/>
                      <a:pt x="259304" y="616150"/>
                      <a:pt x="167047" y="616150"/>
                    </a:cubicBezTo>
                    <a:lnTo>
                      <a:pt x="167047" y="616150"/>
                    </a:lnTo>
                    <a:cubicBezTo>
                      <a:pt x="74789" y="616150"/>
                      <a:pt x="0" y="541361"/>
                      <a:pt x="0" y="449103"/>
                    </a:cubicBezTo>
                    <a:lnTo>
                      <a:pt x="0" y="167047"/>
                    </a:lnTo>
                    <a:cubicBezTo>
                      <a:pt x="0" y="74789"/>
                      <a:pt x="74789" y="0"/>
                      <a:pt x="167047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rnd">
                <a:solidFill>
                  <a:srgbClr val="FF3131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28575"/>
                <a:ext cx="334094" cy="5875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2131069">
              <a:off x="3055771" y="621307"/>
              <a:ext cx="405242" cy="972104"/>
              <a:chOff x="0" y="0"/>
              <a:chExt cx="296478" cy="7112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96478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296478">
                    <a:moveTo>
                      <a:pt x="148239" y="0"/>
                    </a:moveTo>
                    <a:lnTo>
                      <a:pt x="296478" y="711200"/>
                    </a:lnTo>
                    <a:lnTo>
                      <a:pt x="0" y="711200"/>
                    </a:lnTo>
                    <a:lnTo>
                      <a:pt x="148239" y="0"/>
                    </a:lnTo>
                    <a:close/>
                  </a:path>
                </a:pathLst>
              </a:custGeom>
              <a:solidFill>
                <a:srgbClr val="161316"/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46325" y="358775"/>
                <a:ext cx="203829" cy="3016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-2524909">
              <a:off x="2864192" y="10485"/>
              <a:ext cx="405242" cy="972104"/>
              <a:chOff x="0" y="0"/>
              <a:chExt cx="296478" cy="7112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96478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296478">
                    <a:moveTo>
                      <a:pt x="148239" y="0"/>
                    </a:moveTo>
                    <a:lnTo>
                      <a:pt x="296478" y="711200"/>
                    </a:lnTo>
                    <a:lnTo>
                      <a:pt x="0" y="711200"/>
                    </a:lnTo>
                    <a:lnTo>
                      <a:pt x="148239" y="0"/>
                    </a:lnTo>
                    <a:close/>
                  </a:path>
                </a:pathLst>
              </a:custGeom>
              <a:solidFill>
                <a:srgbClr val="161316"/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46325" y="358775"/>
                <a:ext cx="203829" cy="3016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-2137928">
              <a:off x="1395287" y="658849"/>
              <a:ext cx="405242" cy="972104"/>
              <a:chOff x="0" y="0"/>
              <a:chExt cx="296478" cy="7112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96478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296478">
                    <a:moveTo>
                      <a:pt x="148239" y="0"/>
                    </a:moveTo>
                    <a:lnTo>
                      <a:pt x="296478" y="711200"/>
                    </a:lnTo>
                    <a:lnTo>
                      <a:pt x="0" y="711200"/>
                    </a:lnTo>
                    <a:lnTo>
                      <a:pt x="148239" y="0"/>
                    </a:lnTo>
                    <a:close/>
                  </a:path>
                </a:pathLst>
              </a:custGeom>
              <a:solidFill>
                <a:srgbClr val="161316"/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46325" y="358775"/>
                <a:ext cx="203829" cy="3016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2700000">
              <a:off x="1606709" y="42463"/>
              <a:ext cx="341867" cy="972104"/>
              <a:chOff x="0" y="0"/>
              <a:chExt cx="250113" cy="7112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50113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250113">
                    <a:moveTo>
                      <a:pt x="125057" y="0"/>
                    </a:moveTo>
                    <a:lnTo>
                      <a:pt x="250113" y="711200"/>
                    </a:lnTo>
                    <a:lnTo>
                      <a:pt x="0" y="711200"/>
                    </a:lnTo>
                    <a:lnTo>
                      <a:pt x="125057" y="0"/>
                    </a:lnTo>
                    <a:close/>
                  </a:path>
                </a:pathLst>
              </a:custGeom>
              <a:solidFill>
                <a:srgbClr val="161316"/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39080" y="358775"/>
                <a:ext cx="171953" cy="3016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-4519099">
              <a:off x="645627" y="942156"/>
              <a:ext cx="405242" cy="1628056"/>
              <a:chOff x="0" y="0"/>
              <a:chExt cx="296478" cy="11911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96478" cy="1191100"/>
              </a:xfrm>
              <a:custGeom>
                <a:avLst/>
                <a:gdLst/>
                <a:ahLst/>
                <a:cxnLst/>
                <a:rect r="r" b="b" t="t" l="l"/>
                <a:pathLst>
                  <a:path h="1191100" w="296478">
                    <a:moveTo>
                      <a:pt x="148239" y="0"/>
                    </a:moveTo>
                    <a:lnTo>
                      <a:pt x="296478" y="1191100"/>
                    </a:lnTo>
                    <a:lnTo>
                      <a:pt x="0" y="1191100"/>
                    </a:lnTo>
                    <a:lnTo>
                      <a:pt x="148239" y="0"/>
                    </a:lnTo>
                    <a:close/>
                  </a:path>
                </a:pathLst>
              </a:custGeom>
              <a:solidFill>
                <a:srgbClr val="161316"/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46325" y="581586"/>
                <a:ext cx="203829" cy="5244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-5219307">
              <a:off x="620928" y="1990832"/>
              <a:ext cx="405242" cy="1628056"/>
              <a:chOff x="0" y="0"/>
              <a:chExt cx="296478" cy="11911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96478" cy="1191100"/>
              </a:xfrm>
              <a:custGeom>
                <a:avLst/>
                <a:gdLst/>
                <a:ahLst/>
                <a:cxnLst/>
                <a:rect r="r" b="b" t="t" l="l"/>
                <a:pathLst>
                  <a:path h="1191100" w="296478">
                    <a:moveTo>
                      <a:pt x="148239" y="0"/>
                    </a:moveTo>
                    <a:lnTo>
                      <a:pt x="296478" y="1191100"/>
                    </a:lnTo>
                    <a:lnTo>
                      <a:pt x="0" y="1191100"/>
                    </a:lnTo>
                    <a:lnTo>
                      <a:pt x="148239" y="0"/>
                    </a:lnTo>
                    <a:close/>
                  </a:path>
                </a:pathLst>
              </a:custGeom>
              <a:solidFill>
                <a:srgbClr val="161316"/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46325" y="581586"/>
                <a:ext cx="203829" cy="5244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-6487645">
              <a:off x="662671" y="3120486"/>
              <a:ext cx="405242" cy="1628056"/>
              <a:chOff x="0" y="0"/>
              <a:chExt cx="296478" cy="11911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96478" cy="1191100"/>
              </a:xfrm>
              <a:custGeom>
                <a:avLst/>
                <a:gdLst/>
                <a:ahLst/>
                <a:cxnLst/>
                <a:rect r="r" b="b" t="t" l="l"/>
                <a:pathLst>
                  <a:path h="1191100" w="296478">
                    <a:moveTo>
                      <a:pt x="148239" y="0"/>
                    </a:moveTo>
                    <a:lnTo>
                      <a:pt x="296478" y="1191100"/>
                    </a:lnTo>
                    <a:lnTo>
                      <a:pt x="0" y="1191100"/>
                    </a:lnTo>
                    <a:lnTo>
                      <a:pt x="148239" y="0"/>
                    </a:lnTo>
                    <a:close/>
                  </a:path>
                </a:pathLst>
              </a:custGeom>
              <a:solidFill>
                <a:srgbClr val="161316"/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46325" y="581586"/>
                <a:ext cx="203829" cy="5244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6280900">
              <a:off x="3781132" y="3120486"/>
              <a:ext cx="405242" cy="1628056"/>
              <a:chOff x="0" y="0"/>
              <a:chExt cx="296478" cy="11911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96478" cy="1191100"/>
              </a:xfrm>
              <a:custGeom>
                <a:avLst/>
                <a:gdLst/>
                <a:ahLst/>
                <a:cxnLst/>
                <a:rect r="r" b="b" t="t" l="l"/>
                <a:pathLst>
                  <a:path h="1191100" w="296478">
                    <a:moveTo>
                      <a:pt x="148239" y="0"/>
                    </a:moveTo>
                    <a:lnTo>
                      <a:pt x="296478" y="1191100"/>
                    </a:lnTo>
                    <a:lnTo>
                      <a:pt x="0" y="1191100"/>
                    </a:lnTo>
                    <a:lnTo>
                      <a:pt x="148239" y="0"/>
                    </a:lnTo>
                    <a:close/>
                  </a:path>
                </a:pathLst>
              </a:custGeom>
              <a:solidFill>
                <a:srgbClr val="161316"/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46325" y="581586"/>
                <a:ext cx="203829" cy="5244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5400000">
              <a:off x="3862961" y="2031321"/>
              <a:ext cx="405242" cy="1628056"/>
              <a:chOff x="0" y="0"/>
              <a:chExt cx="296478" cy="11911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96478" cy="1191100"/>
              </a:xfrm>
              <a:custGeom>
                <a:avLst/>
                <a:gdLst/>
                <a:ahLst/>
                <a:cxnLst/>
                <a:rect r="r" b="b" t="t" l="l"/>
                <a:pathLst>
                  <a:path h="1191100" w="296478">
                    <a:moveTo>
                      <a:pt x="148239" y="0"/>
                    </a:moveTo>
                    <a:lnTo>
                      <a:pt x="296478" y="1191100"/>
                    </a:lnTo>
                    <a:lnTo>
                      <a:pt x="0" y="1191100"/>
                    </a:lnTo>
                    <a:lnTo>
                      <a:pt x="148239" y="0"/>
                    </a:lnTo>
                    <a:close/>
                  </a:path>
                </a:pathLst>
              </a:custGeom>
              <a:solidFill>
                <a:srgbClr val="161316"/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46325" y="581586"/>
                <a:ext cx="203829" cy="5244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4312354">
              <a:off x="3778996" y="898641"/>
              <a:ext cx="405242" cy="1628056"/>
              <a:chOff x="0" y="0"/>
              <a:chExt cx="296478" cy="11911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96478" cy="1191100"/>
              </a:xfrm>
              <a:custGeom>
                <a:avLst/>
                <a:gdLst/>
                <a:ahLst/>
                <a:cxnLst/>
                <a:rect r="r" b="b" t="t" l="l"/>
                <a:pathLst>
                  <a:path h="1191100" w="296478">
                    <a:moveTo>
                      <a:pt x="148239" y="0"/>
                    </a:moveTo>
                    <a:lnTo>
                      <a:pt x="296478" y="1191100"/>
                    </a:lnTo>
                    <a:lnTo>
                      <a:pt x="0" y="1191100"/>
                    </a:lnTo>
                    <a:lnTo>
                      <a:pt x="148239" y="0"/>
                    </a:lnTo>
                    <a:close/>
                  </a:path>
                </a:pathLst>
              </a:custGeom>
              <a:solidFill>
                <a:srgbClr val="161316"/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46325" y="581586"/>
                <a:ext cx="203829" cy="5244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2197112">
              <a:off x="3316773" y="697684"/>
              <a:ext cx="116550" cy="289167"/>
              <a:chOff x="0" y="0"/>
              <a:chExt cx="23022" cy="57119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3022" cy="57119"/>
              </a:xfrm>
              <a:custGeom>
                <a:avLst/>
                <a:gdLst/>
                <a:ahLst/>
                <a:cxnLst/>
                <a:rect r="r" b="b" t="t" l="l"/>
                <a:pathLst>
                  <a:path h="57119" w="23022">
                    <a:moveTo>
                      <a:pt x="0" y="0"/>
                    </a:moveTo>
                    <a:lnTo>
                      <a:pt x="23022" y="0"/>
                    </a:lnTo>
                    <a:lnTo>
                      <a:pt x="23022" y="57119"/>
                    </a:lnTo>
                    <a:lnTo>
                      <a:pt x="0" y="5711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28575"/>
                <a:ext cx="23022" cy="285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-2143184">
            <a:off x="14051404" y="7060599"/>
            <a:ext cx="69107" cy="183299"/>
            <a:chOff x="0" y="0"/>
            <a:chExt cx="18201" cy="4827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201" cy="48276"/>
            </a:xfrm>
            <a:custGeom>
              <a:avLst/>
              <a:gdLst/>
              <a:ahLst/>
              <a:cxnLst/>
              <a:rect r="r" b="b" t="t" l="l"/>
              <a:pathLst>
                <a:path h="48276" w="18201">
                  <a:moveTo>
                    <a:pt x="0" y="0"/>
                  </a:moveTo>
                  <a:lnTo>
                    <a:pt x="18201" y="0"/>
                  </a:lnTo>
                  <a:lnTo>
                    <a:pt x="18201" y="48276"/>
                  </a:lnTo>
                  <a:lnTo>
                    <a:pt x="0" y="4827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8201" cy="48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145703" y="728482"/>
            <a:ext cx="976023" cy="978946"/>
            <a:chOff x="0" y="0"/>
            <a:chExt cx="1301364" cy="1305262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1271472" cy="1271472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310462"/>
                    </a:lnTo>
                    <a:lnTo>
                      <a:pt x="657569" y="812800"/>
                    </a:lnTo>
                    <a:lnTo>
                      <a:pt x="155231" y="812800"/>
                    </a:lnTo>
                    <a:lnTo>
                      <a:pt x="0" y="31046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C9F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27000" y="2317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29893" y="33790"/>
              <a:ext cx="1271472" cy="1271472"/>
              <a:chOff x="0" y="0"/>
              <a:chExt cx="812800" cy="8128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310462"/>
                    </a:lnTo>
                    <a:lnTo>
                      <a:pt x="657569" y="812800"/>
                    </a:lnTo>
                    <a:lnTo>
                      <a:pt x="155231" y="812800"/>
                    </a:lnTo>
                    <a:lnTo>
                      <a:pt x="0" y="31046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61316"/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127000" y="231775"/>
                <a:ext cx="558800" cy="530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</p:grpSp>
      <p:grpSp>
        <p:nvGrpSpPr>
          <p:cNvPr name="Group 54" id="54"/>
          <p:cNvGrpSpPr/>
          <p:nvPr/>
        </p:nvGrpSpPr>
        <p:grpSpPr>
          <a:xfrm rot="0">
            <a:off x="16305039" y="980158"/>
            <a:ext cx="328675" cy="309944"/>
            <a:chOff x="0" y="0"/>
            <a:chExt cx="438233" cy="413259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438233" cy="413259"/>
              <a:chOff x="0" y="0"/>
              <a:chExt cx="523595" cy="493756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523595" cy="493756"/>
              </a:xfrm>
              <a:custGeom>
                <a:avLst/>
                <a:gdLst/>
                <a:ahLst/>
                <a:cxnLst/>
                <a:rect r="r" b="b" t="t" l="l"/>
                <a:pathLst>
                  <a:path h="493756" w="523595">
                    <a:moveTo>
                      <a:pt x="523595" y="0"/>
                    </a:moveTo>
                    <a:lnTo>
                      <a:pt x="0" y="0"/>
                    </a:lnTo>
                    <a:lnTo>
                      <a:pt x="101600" y="246878"/>
                    </a:lnTo>
                    <a:lnTo>
                      <a:pt x="0" y="493756"/>
                    </a:lnTo>
                    <a:lnTo>
                      <a:pt x="523595" y="493756"/>
                    </a:lnTo>
                    <a:lnTo>
                      <a:pt x="421995" y="246878"/>
                    </a:lnTo>
                    <a:lnTo>
                      <a:pt x="523595" y="0"/>
                    </a:lnTo>
                    <a:close/>
                  </a:path>
                </a:pathLst>
              </a:custGeom>
              <a:solidFill>
                <a:srgbClr val="161316"/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88900" y="28575"/>
                <a:ext cx="345795" cy="465181"/>
              </a:xfrm>
              <a:prstGeom prst="rect">
                <a:avLst/>
              </a:prstGeom>
            </p:spPr>
            <p:txBody>
              <a:bodyPr anchor="ctr" rtlCol="false" tIns="35043" lIns="35043" bIns="35043" rIns="35043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  <p:sp>
          <p:nvSpPr>
            <p:cNvPr name="AutoShape 58" id="58"/>
            <p:cNvSpPr/>
            <p:nvPr/>
          </p:nvSpPr>
          <p:spPr>
            <a:xfrm flipV="true">
              <a:off x="6609" y="6494"/>
              <a:ext cx="425516" cy="400271"/>
            </a:xfrm>
            <a:prstGeom prst="line">
              <a:avLst/>
            </a:prstGeom>
            <a:ln cap="flat" w="17831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9" id="59"/>
            <p:cNvSpPr/>
            <p:nvPr/>
          </p:nvSpPr>
          <p:spPr>
            <a:xfrm flipH="true" flipV="true">
              <a:off x="6609" y="6494"/>
              <a:ext cx="362457" cy="400271"/>
            </a:xfrm>
            <a:prstGeom prst="line">
              <a:avLst/>
            </a:prstGeom>
            <a:ln cap="flat" w="17831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6697510" y="1141204"/>
            <a:ext cx="465592" cy="102094"/>
            <a:chOff x="0" y="0"/>
            <a:chExt cx="620789" cy="136125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576361" cy="109093"/>
              <a:chOff x="0" y="0"/>
              <a:chExt cx="470195" cy="88998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470195" cy="88998"/>
              </a:xfrm>
              <a:custGeom>
                <a:avLst/>
                <a:gdLst/>
                <a:ahLst/>
                <a:cxnLst/>
                <a:rect r="r" b="b" t="t" l="l"/>
                <a:pathLst>
                  <a:path h="88998" w="470195">
                    <a:moveTo>
                      <a:pt x="470195" y="0"/>
                    </a:moveTo>
                    <a:lnTo>
                      <a:pt x="0" y="0"/>
                    </a:lnTo>
                    <a:lnTo>
                      <a:pt x="101600" y="44499"/>
                    </a:lnTo>
                    <a:lnTo>
                      <a:pt x="0" y="88998"/>
                    </a:lnTo>
                    <a:lnTo>
                      <a:pt x="470195" y="88998"/>
                    </a:lnTo>
                    <a:lnTo>
                      <a:pt x="368595" y="44499"/>
                    </a:lnTo>
                    <a:lnTo>
                      <a:pt x="470195" y="0"/>
                    </a:lnTo>
                    <a:close/>
                  </a:path>
                </a:pathLst>
              </a:custGeom>
              <a:solidFill>
                <a:srgbClr val="1CC9F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88900" y="28575"/>
                <a:ext cx="292395" cy="604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44428" y="27032"/>
              <a:ext cx="576361" cy="109093"/>
              <a:chOff x="0" y="0"/>
              <a:chExt cx="470195" cy="88998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470195" cy="88998"/>
              </a:xfrm>
              <a:custGeom>
                <a:avLst/>
                <a:gdLst/>
                <a:ahLst/>
                <a:cxnLst/>
                <a:rect r="r" b="b" t="t" l="l"/>
                <a:pathLst>
                  <a:path h="88998" w="470195">
                    <a:moveTo>
                      <a:pt x="470195" y="0"/>
                    </a:moveTo>
                    <a:lnTo>
                      <a:pt x="0" y="0"/>
                    </a:lnTo>
                    <a:lnTo>
                      <a:pt x="101600" y="44499"/>
                    </a:lnTo>
                    <a:lnTo>
                      <a:pt x="0" y="88998"/>
                    </a:lnTo>
                    <a:lnTo>
                      <a:pt x="470195" y="88998"/>
                    </a:lnTo>
                    <a:lnTo>
                      <a:pt x="368595" y="44499"/>
                    </a:lnTo>
                    <a:lnTo>
                      <a:pt x="470195" y="0"/>
                    </a:lnTo>
                    <a:close/>
                  </a:path>
                </a:pathLst>
              </a:custGeom>
              <a:solidFill>
                <a:srgbClr val="161316"/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88900" y="28575"/>
                <a:ext cx="292395" cy="604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1"/>
                  </a:lnSpc>
                </a:pPr>
              </a:p>
            </p:txBody>
          </p:sp>
        </p:grpSp>
      </p:grpSp>
      <p:grpSp>
        <p:nvGrpSpPr>
          <p:cNvPr name="Group 67" id="67"/>
          <p:cNvGrpSpPr/>
          <p:nvPr/>
        </p:nvGrpSpPr>
        <p:grpSpPr>
          <a:xfrm rot="-1649521">
            <a:off x="16697510" y="1002879"/>
            <a:ext cx="240170" cy="91723"/>
            <a:chOff x="0" y="0"/>
            <a:chExt cx="470195" cy="17957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70195" cy="179572"/>
            </a:xfrm>
            <a:custGeom>
              <a:avLst/>
              <a:gdLst/>
              <a:ahLst/>
              <a:cxnLst/>
              <a:rect r="r" b="b" t="t" l="l"/>
              <a:pathLst>
                <a:path h="179572" w="470195">
                  <a:moveTo>
                    <a:pt x="470195" y="0"/>
                  </a:moveTo>
                  <a:lnTo>
                    <a:pt x="0" y="0"/>
                  </a:lnTo>
                  <a:lnTo>
                    <a:pt x="101600" y="89786"/>
                  </a:lnTo>
                  <a:lnTo>
                    <a:pt x="0" y="179572"/>
                  </a:lnTo>
                  <a:lnTo>
                    <a:pt x="470195" y="179572"/>
                  </a:lnTo>
                  <a:lnTo>
                    <a:pt x="368595" y="89786"/>
                  </a:lnTo>
                  <a:lnTo>
                    <a:pt x="470195" y="0"/>
                  </a:lnTo>
                  <a:close/>
                </a:path>
              </a:pathLst>
            </a:custGeom>
            <a:solidFill>
              <a:srgbClr val="161316">
                <a:alpha val="55686"/>
              </a:srgbClr>
            </a:solidFill>
            <a:ln w="38100" cap="sq">
              <a:solidFill>
                <a:srgbClr val="FF3131">
                  <a:alpha val="55686"/>
                </a:srgbClr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88900" y="28575"/>
              <a:ext cx="292395" cy="150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7132617" y="4739393"/>
            <a:ext cx="3690704" cy="2198848"/>
          </a:xfrm>
          <a:custGeom>
            <a:avLst/>
            <a:gdLst/>
            <a:ahLst/>
            <a:cxnLst/>
            <a:rect r="r" b="b" t="t" l="l"/>
            <a:pathLst>
              <a:path h="2198848" w="3690704">
                <a:moveTo>
                  <a:pt x="0" y="0"/>
                </a:moveTo>
                <a:lnTo>
                  <a:pt x="3690705" y="0"/>
                </a:lnTo>
                <a:lnTo>
                  <a:pt x="3690705" y="2198849"/>
                </a:lnTo>
                <a:lnTo>
                  <a:pt x="0" y="21988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6832" t="-43879" r="-11287" b="-27771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3767106" y="7713555"/>
            <a:ext cx="3967935" cy="86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1"/>
              </a:lnSpc>
            </a:pPr>
            <a:r>
              <a:rPr lang="en-US" sz="8711" spc="-191">
                <a:solidFill>
                  <a:srgbClr val="FF3131"/>
                </a:solidFill>
                <a:latin typeface="Mokoto Glitch 1"/>
                <a:ea typeface="Mokoto Glitch 1"/>
                <a:cs typeface="Mokoto Glitch 1"/>
                <a:sym typeface="Mokoto Glitch 1"/>
              </a:rPr>
              <a:t>ERRR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5751073" y="451837"/>
            <a:ext cx="7243622" cy="41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200" spc="320">
                <a:solidFill>
                  <a:srgbClr val="FF3131"/>
                </a:solidFill>
                <a:latin typeface="Mokoto Glitch 1"/>
                <a:ea typeface="Mokoto Glitch 1"/>
                <a:cs typeface="Mokoto Glitch 1"/>
                <a:sym typeface="Mokoto Glitch 1"/>
              </a:rPr>
              <a:t>INIMIGOS FORTES ?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190326" y="1068455"/>
            <a:ext cx="5363871" cy="356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sz="1661" spc="257">
                <a:solidFill>
                  <a:srgbClr val="F2010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BUG:</a:t>
            </a:r>
          </a:p>
          <a:p>
            <a:pPr algn="ctr">
              <a:lnSpc>
                <a:spcPts val="2325"/>
              </a:lnSpc>
            </a:pPr>
          </a:p>
          <a:p>
            <a:pPr algn="just" marL="358659" indent="-179330" lvl="1">
              <a:lnSpc>
                <a:spcPts val="2325"/>
              </a:lnSpc>
              <a:buFont typeface="Arial"/>
              <a:buChar char="•"/>
            </a:pPr>
            <a:r>
              <a:rPr lang="en-US" sz="1661" spc="257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ERRO, FALHA OU COMPORTAMENTO INESPERADO EM UM PROGRAMA DE COMPUTADOR, APLICATIVO OU SISTEMA ELETRÔNICO</a:t>
            </a:r>
            <a:r>
              <a:rPr lang="en-US" sz="1661" spc="257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.</a:t>
            </a:r>
          </a:p>
          <a:p>
            <a:pPr algn="just">
              <a:lnSpc>
                <a:spcPts val="2325"/>
              </a:lnSpc>
            </a:pPr>
          </a:p>
          <a:p>
            <a:pPr algn="just">
              <a:lnSpc>
                <a:spcPts val="2325"/>
              </a:lnSpc>
            </a:pPr>
            <a:r>
              <a:rPr lang="en-US" sz="1661" spc="257">
                <a:solidFill>
                  <a:srgbClr val="F2010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</a:t>
            </a:r>
            <a:r>
              <a:rPr lang="en-US" sz="1661" spc="257">
                <a:solidFill>
                  <a:srgbClr val="F2010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CONSEQUÊNCIAS: </a:t>
            </a:r>
          </a:p>
          <a:p>
            <a:pPr algn="just" marL="358659" indent="-179330" lvl="1">
              <a:lnSpc>
                <a:spcPts val="2325"/>
              </a:lnSpc>
              <a:buFont typeface="Arial"/>
              <a:buChar char="•"/>
            </a:pPr>
            <a:r>
              <a:rPr lang="en-US" sz="1661" spc="257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PEQUENOS TRAVAMENTOS NA TELA.</a:t>
            </a:r>
          </a:p>
          <a:p>
            <a:pPr algn="just" marL="358659" indent="-179330" lvl="1">
              <a:lnSpc>
                <a:spcPts val="2325"/>
              </a:lnSpc>
              <a:buFont typeface="Arial"/>
              <a:buChar char="•"/>
            </a:pPr>
            <a:r>
              <a:rPr lang="en-US" sz="1661" spc="257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ENCERRAMENTO INESPERADO DE UM APLICATIVO.</a:t>
            </a:r>
          </a:p>
          <a:p>
            <a:pPr algn="just" marL="358659" indent="-179330" lvl="1">
              <a:lnSpc>
                <a:spcPts val="2325"/>
              </a:lnSpc>
              <a:buFont typeface="Arial"/>
              <a:buChar char="•"/>
            </a:pPr>
            <a:r>
              <a:rPr lang="en-US" sz="1661" spc="257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FALHAS GRAVES DE SEGURANÇA.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241733" y="7542132"/>
            <a:ext cx="2781082" cy="160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27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ELE É MAIS LENTO, PORÉM É MAIS RESISTENTE.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279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 DEIXA O PLAYER MAIS LENTO.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712623" y="7223080"/>
            <a:ext cx="3615021" cy="30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273" spc="227">
                <a:solidFill>
                  <a:srgbClr val="FF3131"/>
                </a:solidFill>
                <a:latin typeface="Mokoto Glitch 1"/>
                <a:ea typeface="Mokoto Glitch 1"/>
                <a:cs typeface="Mokoto Glitch 1"/>
                <a:sym typeface="Mokoto Glitch 1"/>
              </a:rPr>
              <a:t>O QUE ELE FAZ: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4451" y="1503576"/>
            <a:ext cx="3967935" cy="86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1"/>
              </a:lnSpc>
            </a:pPr>
            <a:r>
              <a:rPr lang="en-US" sz="8711" spc="-191">
                <a:solidFill>
                  <a:srgbClr val="FF3131"/>
                </a:solidFill>
                <a:latin typeface="Mokoto Glitch 1"/>
                <a:ea typeface="Mokoto Glitch 1"/>
                <a:cs typeface="Mokoto Glitch 1"/>
                <a:sym typeface="Mokoto Glitch 1"/>
              </a:rPr>
              <a:t>ERRR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97869" y="3815192"/>
            <a:ext cx="3967935" cy="86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1"/>
              </a:lnSpc>
            </a:pPr>
            <a:r>
              <a:rPr lang="en-US" sz="8711" spc="-191">
                <a:solidFill>
                  <a:srgbClr val="FF3131"/>
                </a:solidFill>
                <a:latin typeface="Mokoto Glitch 1"/>
                <a:ea typeface="Mokoto Glitch 1"/>
                <a:cs typeface="Mokoto Glitch 1"/>
                <a:sym typeface="Mokoto Glitch 1"/>
              </a:rPr>
              <a:t>ERRR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5117224" y="1101182"/>
            <a:ext cx="961804" cy="92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"/>
              </a:lnSpc>
              <a:spcBef>
                <a:spcPct val="0"/>
              </a:spcBef>
            </a:pPr>
            <a:r>
              <a:rPr lang="en-US" sz="553" spc="85">
                <a:solidFill>
                  <a:srgbClr val="F20C09"/>
                </a:solidFill>
                <a:latin typeface="Mokoto Glitch 2"/>
                <a:ea typeface="Mokoto Glitch 2"/>
                <a:cs typeface="Mokoto Glitch 2"/>
                <a:sym typeface="Mokoto Glitch 2"/>
              </a:rPr>
              <a:t>AI CORROMPIDA</a:t>
            </a:r>
          </a:p>
        </p:txBody>
      </p:sp>
      <p:pic>
        <p:nvPicPr>
          <p:cNvPr name="Picture 79" id="79">
            <a:hlinkClick action="ppaction://media"/>
          </p:cNvPr>
          <p:cNvPicPr>
            <a:picLocks noChangeAspect="true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1"/>
          <a:srcRect l="0" t="0" r="0" b="0"/>
          <a:stretch>
            <a:fillRect/>
          </a:stretch>
        </p:blipFill>
        <p:spPr>
          <a:xfrm flipH="false" flipV="false" rot="0">
            <a:off x="12566095" y="3348467"/>
            <a:ext cx="5102258" cy="287002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79"/>
                </p:tgtEl>
              </p:cMediaNode>
            </p:video>
          </p:childTnLst>
        </p:cTn>
      </p:par>
    </p:tnLst>
  </p:timing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00950" y="3600450"/>
            <a:ext cx="3086100" cy="3086100"/>
            <a:chOff x="0" y="0"/>
            <a:chExt cx="4114800" cy="41148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114800" cy="411480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CC9F1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03200" y="203200"/>
              <a:ext cx="3911600" cy="3911600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sp>
        <p:nvSpPr>
          <p:cNvPr name="TextBox 9" id="9"/>
          <p:cNvSpPr txBox="true"/>
          <p:nvPr/>
        </p:nvSpPr>
        <p:spPr>
          <a:xfrm rot="0">
            <a:off x="1483924" y="683890"/>
            <a:ext cx="5758177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 spc="279">
                <a:solidFill>
                  <a:srgbClr val="1CC9F1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PROCESSO DE ATIVAÇÃO DE ANTIVIRUS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58848" y="447856"/>
            <a:ext cx="678042" cy="802417"/>
          </a:xfrm>
          <a:custGeom>
            <a:avLst/>
            <a:gdLst/>
            <a:ahLst/>
            <a:cxnLst/>
            <a:rect r="r" b="b" t="t" l="l"/>
            <a:pathLst>
              <a:path h="802417" w="678042">
                <a:moveTo>
                  <a:pt x="0" y="0"/>
                </a:moveTo>
                <a:lnTo>
                  <a:pt x="678042" y="0"/>
                </a:lnTo>
                <a:lnTo>
                  <a:pt x="678042" y="802416"/>
                </a:lnTo>
                <a:lnTo>
                  <a:pt x="0" y="802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6820" y="3576620"/>
            <a:ext cx="791575" cy="117122"/>
            <a:chOff x="0" y="0"/>
            <a:chExt cx="208481" cy="308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481" cy="30847"/>
            </a:xfrm>
            <a:custGeom>
              <a:avLst/>
              <a:gdLst/>
              <a:ahLst/>
              <a:cxnLst/>
              <a:rect r="r" b="b" t="t" l="l"/>
              <a:pathLst>
                <a:path h="30847" w="208481">
                  <a:moveTo>
                    <a:pt x="0" y="0"/>
                  </a:moveTo>
                  <a:lnTo>
                    <a:pt x="208481" y="0"/>
                  </a:lnTo>
                  <a:lnTo>
                    <a:pt x="208481" y="30847"/>
                  </a:lnTo>
                  <a:lnTo>
                    <a:pt x="0" y="30847"/>
                  </a:lnTo>
                  <a:close/>
                </a:path>
              </a:pathLst>
            </a:custGeom>
            <a:solidFill>
              <a:srgbClr val="1CC9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8481" cy="30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42956" y="3576620"/>
            <a:ext cx="6919303" cy="4845935"/>
            <a:chOff x="0" y="0"/>
            <a:chExt cx="1661979" cy="11639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61979" cy="1163967"/>
            </a:xfrm>
            <a:custGeom>
              <a:avLst/>
              <a:gdLst/>
              <a:ahLst/>
              <a:cxnLst/>
              <a:rect r="r" b="b" t="t" l="l"/>
              <a:pathLst>
                <a:path h="1163967" w="1661979">
                  <a:moveTo>
                    <a:pt x="150195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003947"/>
                  </a:lnTo>
                  <a:lnTo>
                    <a:pt x="160020" y="1163967"/>
                  </a:lnTo>
                  <a:lnTo>
                    <a:pt x="1501959" y="1163967"/>
                  </a:lnTo>
                  <a:lnTo>
                    <a:pt x="1661979" y="1003947"/>
                  </a:lnTo>
                  <a:lnTo>
                    <a:pt x="1661979" y="160020"/>
                  </a:lnTo>
                  <a:lnTo>
                    <a:pt x="1501959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63500" y="63500"/>
              <a:ext cx="1534979" cy="1036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true" rot="0">
            <a:off x="16878175" y="1268912"/>
            <a:ext cx="381125" cy="381125"/>
          </a:xfrm>
          <a:custGeom>
            <a:avLst/>
            <a:gdLst/>
            <a:ahLst/>
            <a:cxnLst/>
            <a:rect r="r" b="b" t="t" l="l"/>
            <a:pathLst>
              <a:path h="381125" w="381125">
                <a:moveTo>
                  <a:pt x="0" y="381125"/>
                </a:moveTo>
                <a:lnTo>
                  <a:pt x="381125" y="381125"/>
                </a:lnTo>
                <a:lnTo>
                  <a:pt x="381125" y="0"/>
                </a:lnTo>
                <a:lnTo>
                  <a:pt x="0" y="0"/>
                </a:lnTo>
                <a:lnTo>
                  <a:pt x="0" y="3811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469365" y="4162784"/>
            <a:ext cx="2866486" cy="2770577"/>
            <a:chOff x="0" y="0"/>
            <a:chExt cx="840937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0937" cy="812800"/>
            </a:xfrm>
            <a:custGeom>
              <a:avLst/>
              <a:gdLst/>
              <a:ahLst/>
              <a:cxnLst/>
              <a:rect r="r" b="b" t="t" l="l"/>
              <a:pathLst>
                <a:path h="812800" w="840937">
                  <a:moveTo>
                    <a:pt x="420468" y="0"/>
                  </a:moveTo>
                  <a:lnTo>
                    <a:pt x="840937" y="310462"/>
                  </a:lnTo>
                  <a:lnTo>
                    <a:pt x="680332" y="812800"/>
                  </a:lnTo>
                  <a:lnTo>
                    <a:pt x="160604" y="812800"/>
                  </a:lnTo>
                  <a:lnTo>
                    <a:pt x="0" y="310462"/>
                  </a:lnTo>
                  <a:lnTo>
                    <a:pt x="420468" y="0"/>
                  </a:lnTo>
                  <a:close/>
                </a:path>
              </a:pathLst>
            </a:custGeom>
            <a:solidFill>
              <a:srgbClr val="040E1A"/>
            </a:solidFill>
            <a:ln w="38100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31396" y="231775"/>
              <a:ext cx="578144" cy="530225"/>
            </a:xfrm>
            <a:prstGeom prst="rect">
              <a:avLst/>
            </a:prstGeom>
          </p:spPr>
          <p:txBody>
            <a:bodyPr anchor="ctr" rtlCol="false" tIns="20515" lIns="20515" bIns="20515" rIns="20515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63060">
            <a:off x="5295572" y="5197930"/>
            <a:ext cx="1040279" cy="416135"/>
            <a:chOff x="0" y="0"/>
            <a:chExt cx="840937" cy="3363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0937" cy="336394"/>
            </a:xfrm>
            <a:custGeom>
              <a:avLst/>
              <a:gdLst/>
              <a:ahLst/>
              <a:cxnLst/>
              <a:rect r="r" b="b" t="t" l="l"/>
              <a:pathLst>
                <a:path h="336394" w="840937">
                  <a:moveTo>
                    <a:pt x="840937" y="0"/>
                  </a:moveTo>
                  <a:lnTo>
                    <a:pt x="0" y="0"/>
                  </a:lnTo>
                  <a:lnTo>
                    <a:pt x="101600" y="168197"/>
                  </a:lnTo>
                  <a:lnTo>
                    <a:pt x="0" y="336394"/>
                  </a:lnTo>
                  <a:lnTo>
                    <a:pt x="840937" y="336394"/>
                  </a:lnTo>
                  <a:lnTo>
                    <a:pt x="739337" y="168197"/>
                  </a:lnTo>
                  <a:lnTo>
                    <a:pt x="840937" y="0"/>
                  </a:lnTo>
                  <a:close/>
                </a:path>
              </a:pathLst>
            </a:custGeom>
            <a:solidFill>
              <a:srgbClr val="040E1A"/>
            </a:solidFill>
            <a:ln w="38100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88900" y="28575"/>
              <a:ext cx="663137" cy="307819"/>
            </a:xfrm>
            <a:prstGeom prst="rect">
              <a:avLst/>
            </a:prstGeom>
          </p:spPr>
          <p:txBody>
            <a:bodyPr anchor="ctr" rtlCol="false" tIns="20515" lIns="20515" bIns="20515" rIns="20515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952612">
            <a:off x="3986681" y="5224543"/>
            <a:ext cx="1040279" cy="329233"/>
            <a:chOff x="0" y="0"/>
            <a:chExt cx="840937" cy="2661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40937" cy="266144"/>
            </a:xfrm>
            <a:custGeom>
              <a:avLst/>
              <a:gdLst/>
              <a:ahLst/>
              <a:cxnLst/>
              <a:rect r="r" b="b" t="t" l="l"/>
              <a:pathLst>
                <a:path h="266144" w="840937">
                  <a:moveTo>
                    <a:pt x="840937" y="0"/>
                  </a:moveTo>
                  <a:lnTo>
                    <a:pt x="0" y="0"/>
                  </a:lnTo>
                  <a:lnTo>
                    <a:pt x="101600" y="133072"/>
                  </a:lnTo>
                  <a:lnTo>
                    <a:pt x="0" y="266144"/>
                  </a:lnTo>
                  <a:lnTo>
                    <a:pt x="840937" y="266144"/>
                  </a:lnTo>
                  <a:lnTo>
                    <a:pt x="739337" y="133072"/>
                  </a:lnTo>
                  <a:lnTo>
                    <a:pt x="840937" y="0"/>
                  </a:lnTo>
                  <a:close/>
                </a:path>
              </a:pathLst>
            </a:custGeom>
            <a:solidFill>
              <a:srgbClr val="040E1A"/>
            </a:solidFill>
            <a:ln w="38100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88900" y="28575"/>
              <a:ext cx="663137" cy="237569"/>
            </a:xfrm>
            <a:prstGeom prst="rect">
              <a:avLst/>
            </a:prstGeom>
          </p:spPr>
          <p:txBody>
            <a:bodyPr anchor="ctr" rtlCol="false" tIns="20515" lIns="20515" bIns="20515" rIns="20515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55284" y="5176058"/>
            <a:ext cx="6294648" cy="2073933"/>
            <a:chOff x="0" y="0"/>
            <a:chExt cx="8392864" cy="2765244"/>
          </a:xfrm>
        </p:grpSpPr>
        <p:grpSp>
          <p:nvGrpSpPr>
            <p:cNvPr name="Group 19" id="19"/>
            <p:cNvGrpSpPr/>
            <p:nvPr/>
          </p:nvGrpSpPr>
          <p:grpSpPr>
            <a:xfrm rot="9679329">
              <a:off x="6105346" y="689283"/>
              <a:ext cx="542433" cy="1240034"/>
              <a:chOff x="0" y="0"/>
              <a:chExt cx="355547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5554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5547">
                    <a:moveTo>
                      <a:pt x="177773" y="0"/>
                    </a:moveTo>
                    <a:cubicBezTo>
                      <a:pt x="79592" y="0"/>
                      <a:pt x="0" y="181951"/>
                      <a:pt x="0" y="406400"/>
                    </a:cubicBezTo>
                    <a:cubicBezTo>
                      <a:pt x="0" y="630849"/>
                      <a:pt x="79592" y="812800"/>
                      <a:pt x="177773" y="812800"/>
                    </a:cubicBezTo>
                    <a:cubicBezTo>
                      <a:pt x="275955" y="812800"/>
                      <a:pt x="355547" y="630849"/>
                      <a:pt x="355547" y="406400"/>
                    </a:cubicBezTo>
                    <a:cubicBezTo>
                      <a:pt x="355547" y="181951"/>
                      <a:pt x="275955" y="0"/>
                      <a:pt x="177773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33332" y="104775"/>
                <a:ext cx="288882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0306808">
              <a:off x="6852716" y="239147"/>
              <a:ext cx="549860" cy="1240034"/>
              <a:chOff x="0" y="0"/>
              <a:chExt cx="360415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6041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60415">
                    <a:moveTo>
                      <a:pt x="180207" y="0"/>
                    </a:moveTo>
                    <a:cubicBezTo>
                      <a:pt x="80682" y="0"/>
                      <a:pt x="0" y="181951"/>
                      <a:pt x="0" y="406400"/>
                    </a:cubicBezTo>
                    <a:cubicBezTo>
                      <a:pt x="0" y="630849"/>
                      <a:pt x="80682" y="812800"/>
                      <a:pt x="180207" y="812800"/>
                    </a:cubicBezTo>
                    <a:cubicBezTo>
                      <a:pt x="279733" y="812800"/>
                      <a:pt x="360415" y="630849"/>
                      <a:pt x="360415" y="406400"/>
                    </a:cubicBezTo>
                    <a:cubicBezTo>
                      <a:pt x="360415" y="181951"/>
                      <a:pt x="279733" y="0"/>
                      <a:pt x="180207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33789" y="104775"/>
                <a:ext cx="292837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-9979584">
              <a:off x="7312675" y="296238"/>
              <a:ext cx="546069" cy="1240034"/>
              <a:chOff x="0" y="0"/>
              <a:chExt cx="357929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5792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7929">
                    <a:moveTo>
                      <a:pt x="178965" y="0"/>
                    </a:moveTo>
                    <a:cubicBezTo>
                      <a:pt x="80125" y="0"/>
                      <a:pt x="0" y="181951"/>
                      <a:pt x="0" y="406400"/>
                    </a:cubicBezTo>
                    <a:cubicBezTo>
                      <a:pt x="0" y="630849"/>
                      <a:pt x="80125" y="812800"/>
                      <a:pt x="178965" y="812800"/>
                    </a:cubicBezTo>
                    <a:cubicBezTo>
                      <a:pt x="277804" y="812800"/>
                      <a:pt x="357929" y="630849"/>
                      <a:pt x="357929" y="406400"/>
                    </a:cubicBezTo>
                    <a:cubicBezTo>
                      <a:pt x="357929" y="181951"/>
                      <a:pt x="277804" y="0"/>
                      <a:pt x="178965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33556" y="104775"/>
                <a:ext cx="290818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-10034208">
              <a:off x="7715931" y="392479"/>
              <a:ext cx="546712" cy="1240034"/>
              <a:chOff x="0" y="0"/>
              <a:chExt cx="358351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35835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8351">
                    <a:moveTo>
                      <a:pt x="179176" y="0"/>
                    </a:moveTo>
                    <a:cubicBezTo>
                      <a:pt x="80220" y="0"/>
                      <a:pt x="0" y="181951"/>
                      <a:pt x="0" y="406400"/>
                    </a:cubicBezTo>
                    <a:cubicBezTo>
                      <a:pt x="0" y="630849"/>
                      <a:pt x="80220" y="812800"/>
                      <a:pt x="179176" y="812800"/>
                    </a:cubicBezTo>
                    <a:cubicBezTo>
                      <a:pt x="278131" y="812800"/>
                      <a:pt x="358351" y="630849"/>
                      <a:pt x="358351" y="406400"/>
                    </a:cubicBezTo>
                    <a:cubicBezTo>
                      <a:pt x="358351" y="181951"/>
                      <a:pt x="278131" y="0"/>
                      <a:pt x="179176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33595" y="104775"/>
                <a:ext cx="291160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-4349107">
              <a:off x="6614437" y="1045220"/>
              <a:ext cx="1423329" cy="1600908"/>
              <a:chOff x="0" y="0"/>
              <a:chExt cx="694259" cy="78087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94259" cy="780877"/>
              </a:xfrm>
              <a:custGeom>
                <a:avLst/>
                <a:gdLst/>
                <a:ahLst/>
                <a:cxnLst/>
                <a:rect r="r" b="b" t="t" l="l"/>
                <a:pathLst>
                  <a:path h="780877" w="694259">
                    <a:moveTo>
                      <a:pt x="347130" y="0"/>
                    </a:moveTo>
                    <a:cubicBezTo>
                      <a:pt x="155415" y="0"/>
                      <a:pt x="0" y="174805"/>
                      <a:pt x="0" y="390438"/>
                    </a:cubicBezTo>
                    <a:cubicBezTo>
                      <a:pt x="0" y="606072"/>
                      <a:pt x="155415" y="780877"/>
                      <a:pt x="347130" y="780877"/>
                    </a:cubicBezTo>
                    <a:cubicBezTo>
                      <a:pt x="538844" y="780877"/>
                      <a:pt x="694259" y="606072"/>
                      <a:pt x="694259" y="390438"/>
                    </a:cubicBezTo>
                    <a:cubicBezTo>
                      <a:pt x="694259" y="174805"/>
                      <a:pt x="538844" y="0"/>
                      <a:pt x="347130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65087" y="101782"/>
                <a:ext cx="564085" cy="605888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-9631372">
              <a:off x="1885235" y="602860"/>
              <a:ext cx="541834" cy="1240034"/>
              <a:chOff x="0" y="0"/>
              <a:chExt cx="355154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55154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5154">
                    <a:moveTo>
                      <a:pt x="177577" y="0"/>
                    </a:moveTo>
                    <a:cubicBezTo>
                      <a:pt x="79504" y="0"/>
                      <a:pt x="0" y="181951"/>
                      <a:pt x="0" y="406400"/>
                    </a:cubicBezTo>
                    <a:cubicBezTo>
                      <a:pt x="0" y="630849"/>
                      <a:pt x="79504" y="812800"/>
                      <a:pt x="177577" y="812800"/>
                    </a:cubicBezTo>
                    <a:cubicBezTo>
                      <a:pt x="275650" y="812800"/>
                      <a:pt x="355154" y="630849"/>
                      <a:pt x="355154" y="406400"/>
                    </a:cubicBezTo>
                    <a:cubicBezTo>
                      <a:pt x="355154" y="181951"/>
                      <a:pt x="275650" y="0"/>
                      <a:pt x="177577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33296" y="104775"/>
                <a:ext cx="288563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9712493">
              <a:off x="953085" y="53672"/>
              <a:ext cx="542844" cy="1240034"/>
              <a:chOff x="0" y="0"/>
              <a:chExt cx="355816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35581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5816">
                    <a:moveTo>
                      <a:pt x="177908" y="0"/>
                    </a:moveTo>
                    <a:cubicBezTo>
                      <a:pt x="79652" y="0"/>
                      <a:pt x="0" y="181951"/>
                      <a:pt x="0" y="406400"/>
                    </a:cubicBezTo>
                    <a:cubicBezTo>
                      <a:pt x="0" y="630849"/>
                      <a:pt x="79652" y="812800"/>
                      <a:pt x="177908" y="812800"/>
                    </a:cubicBezTo>
                    <a:cubicBezTo>
                      <a:pt x="276164" y="812800"/>
                      <a:pt x="355816" y="630849"/>
                      <a:pt x="355816" y="406400"/>
                    </a:cubicBezTo>
                    <a:cubicBezTo>
                      <a:pt x="355816" y="181951"/>
                      <a:pt x="276164" y="0"/>
                      <a:pt x="177908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33358" y="104775"/>
                <a:ext cx="289101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9801791">
              <a:off x="612054" y="181642"/>
              <a:ext cx="543939" cy="1240034"/>
              <a:chOff x="0" y="0"/>
              <a:chExt cx="356533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35653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6533">
                    <a:moveTo>
                      <a:pt x="178267" y="0"/>
                    </a:moveTo>
                    <a:cubicBezTo>
                      <a:pt x="79813" y="0"/>
                      <a:pt x="0" y="181951"/>
                      <a:pt x="0" y="406400"/>
                    </a:cubicBezTo>
                    <a:cubicBezTo>
                      <a:pt x="0" y="630849"/>
                      <a:pt x="79813" y="812800"/>
                      <a:pt x="178267" y="812800"/>
                    </a:cubicBezTo>
                    <a:cubicBezTo>
                      <a:pt x="276721" y="812800"/>
                      <a:pt x="356533" y="630849"/>
                      <a:pt x="356533" y="406400"/>
                    </a:cubicBezTo>
                    <a:cubicBezTo>
                      <a:pt x="356533" y="181951"/>
                      <a:pt x="276721" y="0"/>
                      <a:pt x="178267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33425" y="104775"/>
                <a:ext cx="289683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9747167">
              <a:off x="174290" y="371153"/>
              <a:ext cx="543271" cy="1240034"/>
              <a:chOff x="0" y="0"/>
              <a:chExt cx="356096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35609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6096">
                    <a:moveTo>
                      <a:pt x="178048" y="0"/>
                    </a:moveTo>
                    <a:cubicBezTo>
                      <a:pt x="79715" y="0"/>
                      <a:pt x="0" y="181951"/>
                      <a:pt x="0" y="406400"/>
                    </a:cubicBezTo>
                    <a:cubicBezTo>
                      <a:pt x="0" y="630849"/>
                      <a:pt x="79715" y="812800"/>
                      <a:pt x="178048" y="812800"/>
                    </a:cubicBezTo>
                    <a:cubicBezTo>
                      <a:pt x="276381" y="812800"/>
                      <a:pt x="356096" y="630849"/>
                      <a:pt x="356096" y="406400"/>
                    </a:cubicBezTo>
                    <a:cubicBezTo>
                      <a:pt x="356096" y="181951"/>
                      <a:pt x="276381" y="0"/>
                      <a:pt x="178048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33384" y="104775"/>
                <a:ext cx="289328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-6109852">
              <a:off x="512843" y="909864"/>
              <a:ext cx="1423329" cy="1605581"/>
              <a:chOff x="0" y="0"/>
              <a:chExt cx="694259" cy="783156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694259" cy="783156"/>
              </a:xfrm>
              <a:custGeom>
                <a:avLst/>
                <a:gdLst/>
                <a:ahLst/>
                <a:cxnLst/>
                <a:rect r="r" b="b" t="t" l="l"/>
                <a:pathLst>
                  <a:path h="783156" w="694259">
                    <a:moveTo>
                      <a:pt x="347130" y="0"/>
                    </a:moveTo>
                    <a:cubicBezTo>
                      <a:pt x="155415" y="0"/>
                      <a:pt x="0" y="175315"/>
                      <a:pt x="0" y="391578"/>
                    </a:cubicBezTo>
                    <a:cubicBezTo>
                      <a:pt x="0" y="607841"/>
                      <a:pt x="155415" y="783156"/>
                      <a:pt x="347130" y="783156"/>
                    </a:cubicBezTo>
                    <a:cubicBezTo>
                      <a:pt x="538844" y="783156"/>
                      <a:pt x="694259" y="607841"/>
                      <a:pt x="694259" y="391578"/>
                    </a:cubicBezTo>
                    <a:cubicBezTo>
                      <a:pt x="694259" y="175315"/>
                      <a:pt x="538844" y="0"/>
                      <a:pt x="347130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65087" y="101996"/>
                <a:ext cx="564085" cy="607739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grpSp>
        <p:nvGrpSpPr>
          <p:cNvPr name="Group 49" id="49"/>
          <p:cNvGrpSpPr/>
          <p:nvPr/>
        </p:nvGrpSpPr>
        <p:grpSpPr>
          <a:xfrm rot="0">
            <a:off x="15867358" y="6447117"/>
            <a:ext cx="1861647" cy="3409269"/>
            <a:chOff x="0" y="0"/>
            <a:chExt cx="2482196" cy="4545692"/>
          </a:xfrm>
        </p:grpSpPr>
        <p:sp>
          <p:nvSpPr>
            <p:cNvPr name="Freeform 50" id="50"/>
            <p:cNvSpPr/>
            <p:nvPr/>
          </p:nvSpPr>
          <p:spPr>
            <a:xfrm>
              <a:off x="955571" y="1361333"/>
              <a:ext cx="554753" cy="879498"/>
            </a:xfrm>
            <a:custGeom>
              <a:avLst/>
              <a:gdLst/>
              <a:ahLst/>
              <a:cxnLst/>
              <a:rect r="r" b="b" t="t" l="l"/>
              <a:pathLst>
                <a:path h="879498" w="554753">
                  <a:moveTo>
                    <a:pt x="8168" y="879498"/>
                  </a:moveTo>
                  <a:quadBezTo>
                    <a:pt x="-67315" y="453116"/>
                    <a:pt x="554753" y="0"/>
                  </a:quadBezTo>
                </a:path>
              </a:pathLst>
            </a:custGeom>
            <a:ln cap="flat" w="2668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51" id="51"/>
            <p:cNvGrpSpPr/>
            <p:nvPr/>
          </p:nvGrpSpPr>
          <p:grpSpPr>
            <a:xfrm rot="0">
              <a:off x="568069" y="2254923"/>
              <a:ext cx="1024912" cy="412492"/>
              <a:chOff x="0" y="0"/>
              <a:chExt cx="736600" cy="296457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736600" cy="296457"/>
              </a:xfrm>
              <a:custGeom>
                <a:avLst/>
                <a:gdLst/>
                <a:ahLst/>
                <a:cxnLst/>
                <a:rect r="r" b="b" t="t" l="l"/>
                <a:pathLst>
                  <a:path h="296457" w="736600">
                    <a:moveTo>
                      <a:pt x="736600" y="0"/>
                    </a:moveTo>
                    <a:lnTo>
                      <a:pt x="736600" y="296457"/>
                    </a:lnTo>
                    <a:lnTo>
                      <a:pt x="368300" y="169457"/>
                    </a:lnTo>
                    <a:lnTo>
                      <a:pt x="0" y="296457"/>
                    </a:lnTo>
                    <a:lnTo>
                      <a:pt x="0" y="0"/>
                    </a:lnTo>
                    <a:lnTo>
                      <a:pt x="736600" y="0"/>
                    </a:lnTo>
                    <a:close/>
                  </a:path>
                </a:pathLst>
              </a:custGeom>
              <a:solidFill>
                <a:srgbClr val="161316"/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28575"/>
                <a:ext cx="736600" cy="1408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0" y="2384643"/>
              <a:ext cx="2161049" cy="2161049"/>
              <a:chOff x="0" y="0"/>
              <a:chExt cx="812800" cy="8128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1316"/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sp>
          <p:nvSpPr>
            <p:cNvPr name="Freeform 57" id="57"/>
            <p:cNvSpPr/>
            <p:nvPr/>
          </p:nvSpPr>
          <p:spPr>
            <a:xfrm>
              <a:off x="1166018" y="1361333"/>
              <a:ext cx="554753" cy="879498"/>
            </a:xfrm>
            <a:custGeom>
              <a:avLst/>
              <a:gdLst/>
              <a:ahLst/>
              <a:cxnLst/>
              <a:rect r="r" b="b" t="t" l="l"/>
              <a:pathLst>
                <a:path h="879498" w="554753">
                  <a:moveTo>
                    <a:pt x="8168" y="879498"/>
                  </a:moveTo>
                  <a:quadBezTo>
                    <a:pt x="-67315" y="453116"/>
                    <a:pt x="554753" y="0"/>
                  </a:quadBezTo>
                </a:path>
              </a:pathLst>
            </a:custGeom>
            <a:ln cap="flat" w="2668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8" id="58"/>
            <p:cNvSpPr/>
            <p:nvPr/>
          </p:nvSpPr>
          <p:spPr>
            <a:xfrm flipH="false" flipV="false" rot="1207238">
              <a:off x="1271443" y="136018"/>
              <a:ext cx="1019834" cy="1290930"/>
            </a:xfrm>
            <a:custGeom>
              <a:avLst/>
              <a:gdLst/>
              <a:ahLst/>
              <a:cxnLst/>
              <a:rect r="r" b="b" t="t" l="l"/>
              <a:pathLst>
                <a:path h="1290930" w="1019834">
                  <a:moveTo>
                    <a:pt x="0" y="0"/>
                  </a:moveTo>
                  <a:lnTo>
                    <a:pt x="1019835" y="0"/>
                  </a:lnTo>
                  <a:lnTo>
                    <a:pt x="1019835" y="1290930"/>
                  </a:lnTo>
                  <a:lnTo>
                    <a:pt x="0" y="12909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9" id="59"/>
          <p:cNvSpPr/>
          <p:nvPr/>
        </p:nvSpPr>
        <p:spPr>
          <a:xfrm flipH="false" flipV="false" rot="0">
            <a:off x="9816298" y="7402403"/>
            <a:ext cx="396418" cy="396418"/>
          </a:xfrm>
          <a:custGeom>
            <a:avLst/>
            <a:gdLst/>
            <a:ahLst/>
            <a:cxnLst/>
            <a:rect r="r" b="b" t="t" l="l"/>
            <a:pathLst>
              <a:path h="396418" w="396418">
                <a:moveTo>
                  <a:pt x="0" y="0"/>
                </a:moveTo>
                <a:lnTo>
                  <a:pt x="396418" y="0"/>
                </a:lnTo>
                <a:lnTo>
                  <a:pt x="396418" y="396418"/>
                </a:lnTo>
                <a:lnTo>
                  <a:pt x="0" y="3964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60" id="60"/>
          <p:cNvSpPr/>
          <p:nvPr/>
        </p:nvSpPr>
        <p:spPr>
          <a:xfrm>
            <a:off x="9067701" y="3576620"/>
            <a:ext cx="0" cy="4845931"/>
          </a:xfrm>
          <a:prstGeom prst="line">
            <a:avLst/>
          </a:prstGeom>
          <a:ln cap="flat" w="9525">
            <a:solidFill>
              <a:srgbClr val="1CC9F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658848" y="9258300"/>
            <a:ext cx="3847972" cy="802417"/>
            <a:chOff x="0" y="0"/>
            <a:chExt cx="5130630" cy="106988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04056" cy="1069889"/>
            </a:xfrm>
            <a:custGeom>
              <a:avLst/>
              <a:gdLst/>
              <a:ahLst/>
              <a:cxnLst/>
              <a:rect r="r" b="b" t="t" l="l"/>
              <a:pathLst>
                <a:path h="1069889" w="904056">
                  <a:moveTo>
                    <a:pt x="0" y="0"/>
                  </a:moveTo>
                  <a:lnTo>
                    <a:pt x="904056" y="0"/>
                  </a:lnTo>
                  <a:lnTo>
                    <a:pt x="904056" y="1069889"/>
                  </a:lnTo>
                  <a:lnTo>
                    <a:pt x="0" y="1069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 rot="0">
              <a:off x="1134656" y="359804"/>
              <a:ext cx="3995974" cy="321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37"/>
                </a:lnSpc>
              </a:pPr>
              <a:r>
                <a:rPr lang="en-US" sz="1455">
                  <a:solidFill>
                    <a:srgbClr val="1CC9F1"/>
                  </a:solidFill>
                  <a:latin typeface="Open Sans"/>
                  <a:ea typeface="Open Sans"/>
                  <a:cs typeface="Open Sans"/>
                  <a:sym typeface="Open Sans"/>
                </a:rPr>
                <a:t>Essa página está protegida do bug!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945556" y="7033229"/>
            <a:ext cx="3914105" cy="1389322"/>
            <a:chOff x="0" y="0"/>
            <a:chExt cx="5218806" cy="1852430"/>
          </a:xfrm>
        </p:grpSpPr>
        <p:sp>
          <p:nvSpPr>
            <p:cNvPr name="TextBox 65" id="65"/>
            <p:cNvSpPr txBox="true"/>
            <p:nvPr/>
          </p:nvSpPr>
          <p:spPr>
            <a:xfrm rot="0">
              <a:off x="0" y="562155"/>
              <a:ext cx="5218806" cy="1290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52"/>
                </a:lnSpc>
              </a:pPr>
              <a:r>
                <a:rPr lang="en-US" sz="6726" spc="-147">
                  <a:solidFill>
                    <a:srgbClr val="1CC9F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SECURI-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171615" y="57150"/>
              <a:ext cx="4560954" cy="90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81"/>
                </a:lnSpc>
              </a:pPr>
              <a:r>
                <a:rPr lang="en-US" sz="4806" spc="48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ABSOLUTE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5532941" y="7078541"/>
            <a:ext cx="33441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F20C0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!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777313" y="4883121"/>
            <a:ext cx="4378899" cy="132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8"/>
              </a:lnSpc>
            </a:pPr>
            <a:r>
              <a:rPr lang="en-US" sz="4806" spc="48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LEVELWORKS</a:t>
            </a:r>
          </a:p>
          <a:p>
            <a:pPr algn="l">
              <a:lnSpc>
                <a:spcPts val="4758"/>
              </a:lnSpc>
            </a:pPr>
            <a:r>
              <a:rPr lang="en-US" sz="4806" spc="48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ENTERPRISE 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410186" y="7531740"/>
            <a:ext cx="3110204" cy="267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82"/>
              </a:lnSpc>
              <a:spcBef>
                <a:spcPct val="0"/>
              </a:spcBef>
            </a:pPr>
            <a:r>
              <a:rPr lang="en-US" sz="1800" spc="18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TIME02JM@GMAIL.COM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3194686" y="1234151"/>
            <a:ext cx="11746029" cy="1809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3"/>
              </a:lnSpc>
            </a:pPr>
            <a:r>
              <a:rPr lang="en-US" sz="15587" spc="-342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OBRIGADO? 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5815726" y="2651856"/>
            <a:ext cx="1737271" cy="273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19"/>
              </a:lnSpc>
              <a:spcBef>
                <a:spcPct val="0"/>
              </a:spcBef>
            </a:pPr>
            <a:r>
              <a:rPr lang="en-US" sz="15942" spc="2471">
                <a:solidFill>
                  <a:srgbClr val="3CDEFB"/>
                </a:solidFill>
                <a:latin typeface="RQND Pro Wide"/>
                <a:ea typeface="RQND Pro Wide"/>
                <a:cs typeface="RQND Pro Wide"/>
                <a:sym typeface="RQND Pro Wide"/>
              </a:rPr>
              <a:t>?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8608" y="3439041"/>
            <a:ext cx="6294648" cy="3738058"/>
            <a:chOff x="0" y="0"/>
            <a:chExt cx="8392864" cy="498407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142250" y="1289975"/>
              <a:ext cx="3821982" cy="3694102"/>
              <a:chOff x="0" y="0"/>
              <a:chExt cx="840937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4093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40937">
                    <a:moveTo>
                      <a:pt x="420468" y="0"/>
                    </a:moveTo>
                    <a:lnTo>
                      <a:pt x="840937" y="310462"/>
                    </a:lnTo>
                    <a:lnTo>
                      <a:pt x="680332" y="812800"/>
                    </a:lnTo>
                    <a:lnTo>
                      <a:pt x="160604" y="812800"/>
                    </a:lnTo>
                    <a:lnTo>
                      <a:pt x="0" y="310462"/>
                    </a:lnTo>
                    <a:lnTo>
                      <a:pt x="420468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131396" y="231775"/>
                <a:ext cx="578144" cy="530225"/>
              </a:xfrm>
              <a:prstGeom prst="rect">
                <a:avLst/>
              </a:prstGeom>
            </p:spPr>
            <p:txBody>
              <a:bodyPr anchor="ctr" rtlCol="false" tIns="20515" lIns="20515" bIns="20515" rIns="20515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-10800000">
              <a:off x="3359721" y="4097123"/>
              <a:ext cx="1754883" cy="787882"/>
              <a:chOff x="0" y="0"/>
              <a:chExt cx="816135" cy="36641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6135" cy="366416"/>
              </a:xfrm>
              <a:custGeom>
                <a:avLst/>
                <a:gdLst/>
                <a:ahLst/>
                <a:cxnLst/>
                <a:rect r="r" b="b" t="t" l="l"/>
                <a:pathLst>
                  <a:path h="366416" w="816135">
                    <a:moveTo>
                      <a:pt x="408068" y="366416"/>
                    </a:moveTo>
                    <a:lnTo>
                      <a:pt x="816135" y="0"/>
                    </a:lnTo>
                    <a:lnTo>
                      <a:pt x="0" y="0"/>
                    </a:lnTo>
                    <a:lnTo>
                      <a:pt x="408068" y="366416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27521" y="54748"/>
                <a:ext cx="561093" cy="1415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5110107" y="2637129"/>
              <a:ext cx="1387039" cy="1240934"/>
              <a:chOff x="0" y="0"/>
              <a:chExt cx="840937" cy="75235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40937" cy="752356"/>
              </a:xfrm>
              <a:custGeom>
                <a:avLst/>
                <a:gdLst/>
                <a:ahLst/>
                <a:cxnLst/>
                <a:rect r="r" b="b" t="t" l="l"/>
                <a:pathLst>
                  <a:path h="752356" w="840937">
                    <a:moveTo>
                      <a:pt x="840937" y="0"/>
                    </a:moveTo>
                    <a:lnTo>
                      <a:pt x="0" y="0"/>
                    </a:lnTo>
                    <a:lnTo>
                      <a:pt x="101600" y="376178"/>
                    </a:lnTo>
                    <a:lnTo>
                      <a:pt x="0" y="752356"/>
                    </a:lnTo>
                    <a:lnTo>
                      <a:pt x="840937" y="752356"/>
                    </a:lnTo>
                    <a:lnTo>
                      <a:pt x="739337" y="376178"/>
                    </a:lnTo>
                    <a:lnTo>
                      <a:pt x="840937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88900" y="28575"/>
                <a:ext cx="663137" cy="723781"/>
              </a:xfrm>
              <a:prstGeom prst="rect">
                <a:avLst/>
              </a:prstGeom>
            </p:spPr>
            <p:txBody>
              <a:bodyPr anchor="ctr" rtlCol="false" tIns="20515" lIns="20515" bIns="20515" rIns="20515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359721" y="2551683"/>
              <a:ext cx="1387039" cy="1326380"/>
              <a:chOff x="0" y="0"/>
              <a:chExt cx="840937" cy="80416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40937" cy="804161"/>
              </a:xfrm>
              <a:custGeom>
                <a:avLst/>
                <a:gdLst/>
                <a:ahLst/>
                <a:cxnLst/>
                <a:rect r="r" b="b" t="t" l="l"/>
                <a:pathLst>
                  <a:path h="804161" w="840937">
                    <a:moveTo>
                      <a:pt x="840937" y="0"/>
                    </a:moveTo>
                    <a:lnTo>
                      <a:pt x="0" y="0"/>
                    </a:lnTo>
                    <a:lnTo>
                      <a:pt x="101600" y="402080"/>
                    </a:lnTo>
                    <a:lnTo>
                      <a:pt x="0" y="804161"/>
                    </a:lnTo>
                    <a:lnTo>
                      <a:pt x="840937" y="804161"/>
                    </a:lnTo>
                    <a:lnTo>
                      <a:pt x="739337" y="402080"/>
                    </a:lnTo>
                    <a:lnTo>
                      <a:pt x="840937" y="0"/>
                    </a:ln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88900" y="28575"/>
                <a:ext cx="663137" cy="775586"/>
              </a:xfrm>
              <a:prstGeom prst="rect">
                <a:avLst/>
              </a:prstGeom>
            </p:spPr>
            <p:txBody>
              <a:bodyPr anchor="ctr" rtlCol="false" tIns="20515" lIns="20515" bIns="20515" rIns="20515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9712493">
              <a:off x="953085" y="53672"/>
              <a:ext cx="542844" cy="1240034"/>
              <a:chOff x="0" y="0"/>
              <a:chExt cx="355816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5581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5816">
                    <a:moveTo>
                      <a:pt x="177908" y="0"/>
                    </a:moveTo>
                    <a:cubicBezTo>
                      <a:pt x="79652" y="0"/>
                      <a:pt x="0" y="181951"/>
                      <a:pt x="0" y="406400"/>
                    </a:cubicBezTo>
                    <a:cubicBezTo>
                      <a:pt x="0" y="630849"/>
                      <a:pt x="79652" y="812800"/>
                      <a:pt x="177908" y="812800"/>
                    </a:cubicBezTo>
                    <a:cubicBezTo>
                      <a:pt x="276164" y="812800"/>
                      <a:pt x="355816" y="630849"/>
                      <a:pt x="355816" y="406400"/>
                    </a:cubicBezTo>
                    <a:cubicBezTo>
                      <a:pt x="355816" y="181951"/>
                      <a:pt x="276164" y="0"/>
                      <a:pt x="177908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33358" y="104775"/>
                <a:ext cx="289101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9679329">
              <a:off x="6105346" y="689283"/>
              <a:ext cx="542433" cy="1240034"/>
              <a:chOff x="0" y="0"/>
              <a:chExt cx="355547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5554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5547">
                    <a:moveTo>
                      <a:pt x="177773" y="0"/>
                    </a:moveTo>
                    <a:cubicBezTo>
                      <a:pt x="79592" y="0"/>
                      <a:pt x="0" y="181951"/>
                      <a:pt x="0" y="406400"/>
                    </a:cubicBezTo>
                    <a:cubicBezTo>
                      <a:pt x="0" y="630849"/>
                      <a:pt x="79592" y="812800"/>
                      <a:pt x="177773" y="812800"/>
                    </a:cubicBezTo>
                    <a:cubicBezTo>
                      <a:pt x="275955" y="812800"/>
                      <a:pt x="355547" y="630849"/>
                      <a:pt x="355547" y="406400"/>
                    </a:cubicBezTo>
                    <a:cubicBezTo>
                      <a:pt x="355547" y="181951"/>
                      <a:pt x="275955" y="0"/>
                      <a:pt x="177773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33332" y="104775"/>
                <a:ext cx="288882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-10306808">
              <a:off x="6852716" y="239147"/>
              <a:ext cx="549860" cy="1240034"/>
              <a:chOff x="0" y="0"/>
              <a:chExt cx="360415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6041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60415">
                    <a:moveTo>
                      <a:pt x="180207" y="0"/>
                    </a:moveTo>
                    <a:cubicBezTo>
                      <a:pt x="80682" y="0"/>
                      <a:pt x="0" y="181951"/>
                      <a:pt x="0" y="406400"/>
                    </a:cubicBezTo>
                    <a:cubicBezTo>
                      <a:pt x="0" y="630849"/>
                      <a:pt x="80682" y="812800"/>
                      <a:pt x="180207" y="812800"/>
                    </a:cubicBezTo>
                    <a:cubicBezTo>
                      <a:pt x="279733" y="812800"/>
                      <a:pt x="360415" y="630849"/>
                      <a:pt x="360415" y="406400"/>
                    </a:cubicBezTo>
                    <a:cubicBezTo>
                      <a:pt x="360415" y="181951"/>
                      <a:pt x="279733" y="0"/>
                      <a:pt x="180207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33789" y="104775"/>
                <a:ext cx="292837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-9979584">
              <a:off x="7312675" y="296238"/>
              <a:ext cx="546069" cy="1240034"/>
              <a:chOff x="0" y="0"/>
              <a:chExt cx="357929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5792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7929">
                    <a:moveTo>
                      <a:pt x="178965" y="0"/>
                    </a:moveTo>
                    <a:cubicBezTo>
                      <a:pt x="80125" y="0"/>
                      <a:pt x="0" y="181951"/>
                      <a:pt x="0" y="406400"/>
                    </a:cubicBezTo>
                    <a:cubicBezTo>
                      <a:pt x="0" y="630849"/>
                      <a:pt x="80125" y="812800"/>
                      <a:pt x="178965" y="812800"/>
                    </a:cubicBezTo>
                    <a:cubicBezTo>
                      <a:pt x="277804" y="812800"/>
                      <a:pt x="357929" y="630849"/>
                      <a:pt x="357929" y="406400"/>
                    </a:cubicBezTo>
                    <a:cubicBezTo>
                      <a:pt x="357929" y="181951"/>
                      <a:pt x="277804" y="0"/>
                      <a:pt x="178965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33556" y="104775"/>
                <a:ext cx="290818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-10034208">
              <a:off x="7715931" y="392479"/>
              <a:ext cx="546712" cy="1240034"/>
              <a:chOff x="0" y="0"/>
              <a:chExt cx="358351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5835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8351">
                    <a:moveTo>
                      <a:pt x="179176" y="0"/>
                    </a:moveTo>
                    <a:cubicBezTo>
                      <a:pt x="80220" y="0"/>
                      <a:pt x="0" y="181951"/>
                      <a:pt x="0" y="406400"/>
                    </a:cubicBezTo>
                    <a:cubicBezTo>
                      <a:pt x="0" y="630849"/>
                      <a:pt x="80220" y="812800"/>
                      <a:pt x="179176" y="812800"/>
                    </a:cubicBezTo>
                    <a:cubicBezTo>
                      <a:pt x="278131" y="812800"/>
                      <a:pt x="358351" y="630849"/>
                      <a:pt x="358351" y="406400"/>
                    </a:cubicBezTo>
                    <a:cubicBezTo>
                      <a:pt x="358351" y="181951"/>
                      <a:pt x="278131" y="0"/>
                      <a:pt x="179176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33595" y="104775"/>
                <a:ext cx="291160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-4349107">
              <a:off x="6614437" y="1045220"/>
              <a:ext cx="1423329" cy="1600908"/>
              <a:chOff x="0" y="0"/>
              <a:chExt cx="694259" cy="78087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94259" cy="780877"/>
              </a:xfrm>
              <a:custGeom>
                <a:avLst/>
                <a:gdLst/>
                <a:ahLst/>
                <a:cxnLst/>
                <a:rect r="r" b="b" t="t" l="l"/>
                <a:pathLst>
                  <a:path h="780877" w="694259">
                    <a:moveTo>
                      <a:pt x="347130" y="0"/>
                    </a:moveTo>
                    <a:cubicBezTo>
                      <a:pt x="155415" y="0"/>
                      <a:pt x="0" y="174805"/>
                      <a:pt x="0" y="390438"/>
                    </a:cubicBezTo>
                    <a:cubicBezTo>
                      <a:pt x="0" y="606072"/>
                      <a:pt x="155415" y="780877"/>
                      <a:pt x="347130" y="780877"/>
                    </a:cubicBezTo>
                    <a:cubicBezTo>
                      <a:pt x="538844" y="780877"/>
                      <a:pt x="694259" y="606072"/>
                      <a:pt x="694259" y="390438"/>
                    </a:cubicBezTo>
                    <a:cubicBezTo>
                      <a:pt x="694259" y="174805"/>
                      <a:pt x="538844" y="0"/>
                      <a:pt x="347130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65087" y="101782"/>
                <a:ext cx="564085" cy="605888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-9631372">
              <a:off x="1885235" y="602860"/>
              <a:ext cx="541834" cy="1240034"/>
              <a:chOff x="0" y="0"/>
              <a:chExt cx="355154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355154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5154">
                    <a:moveTo>
                      <a:pt x="177577" y="0"/>
                    </a:moveTo>
                    <a:cubicBezTo>
                      <a:pt x="79504" y="0"/>
                      <a:pt x="0" y="181951"/>
                      <a:pt x="0" y="406400"/>
                    </a:cubicBezTo>
                    <a:cubicBezTo>
                      <a:pt x="0" y="630849"/>
                      <a:pt x="79504" y="812800"/>
                      <a:pt x="177577" y="812800"/>
                    </a:cubicBezTo>
                    <a:cubicBezTo>
                      <a:pt x="275650" y="812800"/>
                      <a:pt x="355154" y="630849"/>
                      <a:pt x="355154" y="406400"/>
                    </a:cubicBezTo>
                    <a:cubicBezTo>
                      <a:pt x="355154" y="181951"/>
                      <a:pt x="275650" y="0"/>
                      <a:pt x="177577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33296" y="104775"/>
                <a:ext cx="288563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9801791">
              <a:off x="612054" y="181642"/>
              <a:ext cx="543939" cy="1240034"/>
              <a:chOff x="0" y="0"/>
              <a:chExt cx="356533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5653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6533">
                    <a:moveTo>
                      <a:pt x="178267" y="0"/>
                    </a:moveTo>
                    <a:cubicBezTo>
                      <a:pt x="79813" y="0"/>
                      <a:pt x="0" y="181951"/>
                      <a:pt x="0" y="406400"/>
                    </a:cubicBezTo>
                    <a:cubicBezTo>
                      <a:pt x="0" y="630849"/>
                      <a:pt x="79813" y="812800"/>
                      <a:pt x="178267" y="812800"/>
                    </a:cubicBezTo>
                    <a:cubicBezTo>
                      <a:pt x="276721" y="812800"/>
                      <a:pt x="356533" y="630849"/>
                      <a:pt x="356533" y="406400"/>
                    </a:cubicBezTo>
                    <a:cubicBezTo>
                      <a:pt x="356533" y="181951"/>
                      <a:pt x="276721" y="0"/>
                      <a:pt x="178267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33425" y="104775"/>
                <a:ext cx="289683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9747167">
              <a:off x="174290" y="371153"/>
              <a:ext cx="543271" cy="1240034"/>
              <a:chOff x="0" y="0"/>
              <a:chExt cx="356096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5609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6096">
                    <a:moveTo>
                      <a:pt x="178048" y="0"/>
                    </a:moveTo>
                    <a:cubicBezTo>
                      <a:pt x="79715" y="0"/>
                      <a:pt x="0" y="181951"/>
                      <a:pt x="0" y="406400"/>
                    </a:cubicBezTo>
                    <a:cubicBezTo>
                      <a:pt x="0" y="630849"/>
                      <a:pt x="79715" y="812800"/>
                      <a:pt x="178048" y="812800"/>
                    </a:cubicBezTo>
                    <a:cubicBezTo>
                      <a:pt x="276381" y="812800"/>
                      <a:pt x="356096" y="630849"/>
                      <a:pt x="356096" y="406400"/>
                    </a:cubicBezTo>
                    <a:cubicBezTo>
                      <a:pt x="356096" y="181951"/>
                      <a:pt x="276381" y="0"/>
                      <a:pt x="178048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33384" y="104775"/>
                <a:ext cx="289328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-6109852">
              <a:off x="512843" y="909864"/>
              <a:ext cx="1423329" cy="1605581"/>
              <a:chOff x="0" y="0"/>
              <a:chExt cx="694259" cy="783156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694259" cy="783156"/>
              </a:xfrm>
              <a:custGeom>
                <a:avLst/>
                <a:gdLst/>
                <a:ahLst/>
                <a:cxnLst/>
                <a:rect r="r" b="b" t="t" l="l"/>
                <a:pathLst>
                  <a:path h="783156" w="694259">
                    <a:moveTo>
                      <a:pt x="347130" y="0"/>
                    </a:moveTo>
                    <a:cubicBezTo>
                      <a:pt x="155415" y="0"/>
                      <a:pt x="0" y="175315"/>
                      <a:pt x="0" y="391578"/>
                    </a:cubicBezTo>
                    <a:cubicBezTo>
                      <a:pt x="0" y="607841"/>
                      <a:pt x="155415" y="783156"/>
                      <a:pt x="347130" y="783156"/>
                    </a:cubicBezTo>
                    <a:cubicBezTo>
                      <a:pt x="538844" y="783156"/>
                      <a:pt x="694259" y="607841"/>
                      <a:pt x="694259" y="391578"/>
                    </a:cubicBezTo>
                    <a:cubicBezTo>
                      <a:pt x="694259" y="175315"/>
                      <a:pt x="538844" y="0"/>
                      <a:pt x="347130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1CC9F1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65087" y="101996"/>
                <a:ext cx="564085" cy="607739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sp>
        <p:nvSpPr>
          <p:cNvPr name="Freeform 45" id="45"/>
          <p:cNvSpPr/>
          <p:nvPr/>
        </p:nvSpPr>
        <p:spPr>
          <a:xfrm flipH="true" flipV="false" rot="0">
            <a:off x="13863484" y="6172200"/>
            <a:ext cx="4424516" cy="4114800"/>
          </a:xfrm>
          <a:custGeom>
            <a:avLst/>
            <a:gdLst/>
            <a:ahLst/>
            <a:cxnLst/>
            <a:rect r="r" b="b" t="t" l="l"/>
            <a:pathLst>
              <a:path h="4114800" w="4424516">
                <a:moveTo>
                  <a:pt x="4424516" y="0"/>
                </a:moveTo>
                <a:lnTo>
                  <a:pt x="0" y="0"/>
                </a:lnTo>
                <a:lnTo>
                  <a:pt x="0" y="4114800"/>
                </a:lnTo>
                <a:lnTo>
                  <a:pt x="4424516" y="4114800"/>
                </a:lnTo>
                <a:lnTo>
                  <a:pt x="442451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0" y="-147697"/>
            <a:ext cx="18342503" cy="10434697"/>
            <a:chOff x="0" y="0"/>
            <a:chExt cx="4830947" cy="274823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30947" cy="2748233"/>
            </a:xfrm>
            <a:custGeom>
              <a:avLst/>
              <a:gdLst/>
              <a:ahLst/>
              <a:cxnLst/>
              <a:rect r="r" b="b" t="t" l="l"/>
              <a:pathLst>
                <a:path h="2748233" w="4830947">
                  <a:moveTo>
                    <a:pt x="0" y="0"/>
                  </a:moveTo>
                  <a:lnTo>
                    <a:pt x="4830947" y="0"/>
                  </a:lnTo>
                  <a:lnTo>
                    <a:pt x="4830947" y="2748233"/>
                  </a:lnTo>
                  <a:lnTo>
                    <a:pt x="0" y="2748233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28575"/>
              <a:ext cx="4830947" cy="2719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7468" y="1924929"/>
            <a:ext cx="6919303" cy="7462036"/>
            <a:chOff x="0" y="0"/>
            <a:chExt cx="1661979" cy="17923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1979" cy="1792340"/>
            </a:xfrm>
            <a:custGeom>
              <a:avLst/>
              <a:gdLst/>
              <a:ahLst/>
              <a:cxnLst/>
              <a:rect r="r" b="b" t="t" l="l"/>
              <a:pathLst>
                <a:path h="1792340" w="1661979">
                  <a:moveTo>
                    <a:pt x="150195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632320"/>
                  </a:lnTo>
                  <a:lnTo>
                    <a:pt x="160020" y="1792340"/>
                  </a:lnTo>
                  <a:lnTo>
                    <a:pt x="1501959" y="1792340"/>
                  </a:lnTo>
                  <a:lnTo>
                    <a:pt x="1661979" y="1632320"/>
                  </a:lnTo>
                  <a:lnTo>
                    <a:pt x="1661979" y="160020"/>
                  </a:lnTo>
                  <a:lnTo>
                    <a:pt x="1501959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63500" y="63500"/>
              <a:ext cx="1534979" cy="1665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69646" y="2216377"/>
            <a:ext cx="6494948" cy="504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spc="263">
                <a:solidFill>
                  <a:srgbClr val="F20C0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LOGIC BOMB:</a:t>
            </a:r>
          </a:p>
          <a:p>
            <a:pPr algn="ctr">
              <a:lnSpc>
                <a:spcPts val="2380"/>
              </a:lnSpc>
            </a:pPr>
          </a:p>
          <a:p>
            <a:pPr algn="ctr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spc="263" b="true">
                <a:solidFill>
                  <a:srgbClr val="D5D5D5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Na</a:t>
            </a:r>
            <a:r>
              <a:rPr lang="en-US" sz="1700" spc="263" b="true">
                <a:solidFill>
                  <a:srgbClr val="D5D5D5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vida real:</a:t>
            </a:r>
          </a:p>
          <a:p>
            <a:pPr algn="l">
              <a:lnSpc>
                <a:spcPts val="2380"/>
              </a:lnSpc>
            </a:pPr>
          </a:p>
          <a:p>
            <a:pPr algn="l" marL="367034" indent="-183517" lvl="1">
              <a:lnSpc>
                <a:spcPts val="2380"/>
              </a:lnSpc>
              <a:buFont typeface="Arial"/>
              <a:buChar char="•"/>
            </a:pPr>
            <a:r>
              <a:rPr lang="en-US" sz="1700" spc="26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É</a:t>
            </a:r>
            <a:r>
              <a:rPr lang="en-US" sz="1700" spc="26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um código malicioso inserido em um sistema ou programa que permanece inativo até que uma condição ou evento específico seja atendido para disparar sua ação destrutiva.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spc="263" b="true">
                <a:solidFill>
                  <a:srgbClr val="D5D5D5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No Jogo:</a:t>
            </a:r>
          </a:p>
          <a:p>
            <a:pPr algn="l">
              <a:lnSpc>
                <a:spcPts val="2380"/>
              </a:lnSpc>
            </a:pPr>
          </a:p>
          <a:p>
            <a:pPr algn="l" marL="367034" indent="-183517" lvl="1">
              <a:lnSpc>
                <a:spcPts val="2380"/>
              </a:lnSpc>
              <a:buFont typeface="Arial"/>
              <a:buChar char="•"/>
            </a:pPr>
            <a:r>
              <a:rPr lang="en-US" sz="1700" spc="26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Ele é uma bomba relógio, caso corte o fio errado a bomba explode ou se deixar a bomba para lá, ela tem um timer, se zerar o timer, ela explode também.</a:t>
            </a:r>
          </a:p>
        </p:txBody>
      </p:sp>
      <p:grpSp>
        <p:nvGrpSpPr>
          <p:cNvPr name="Group 6" id="6"/>
          <p:cNvGrpSpPr/>
          <p:nvPr/>
        </p:nvGrpSpPr>
        <p:grpSpPr>
          <a:xfrm rot="2149059">
            <a:off x="6492339" y="6762583"/>
            <a:ext cx="1221547" cy="2237043"/>
            <a:chOff x="0" y="0"/>
            <a:chExt cx="1628730" cy="2982724"/>
          </a:xfrm>
        </p:grpSpPr>
        <p:sp>
          <p:nvSpPr>
            <p:cNvPr name="Freeform 7" id="7"/>
            <p:cNvSpPr/>
            <p:nvPr/>
          </p:nvSpPr>
          <p:spPr>
            <a:xfrm>
              <a:off x="627012" y="893259"/>
              <a:ext cx="364010" cy="577096"/>
            </a:xfrm>
            <a:custGeom>
              <a:avLst/>
              <a:gdLst/>
              <a:ahLst/>
              <a:cxnLst/>
              <a:rect r="r" b="b" t="t" l="l"/>
              <a:pathLst>
                <a:path h="577096" w="364010">
                  <a:moveTo>
                    <a:pt x="5359" y="577096"/>
                  </a:moveTo>
                  <a:quadBezTo>
                    <a:pt x="-44170" y="297319"/>
                    <a:pt x="364010" y="0"/>
                  </a:quadBezTo>
                </a:path>
              </a:pathLst>
            </a:custGeom>
            <a:ln cap="flat" w="17506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8" id="8"/>
            <p:cNvGrpSpPr/>
            <p:nvPr/>
          </p:nvGrpSpPr>
          <p:grpSpPr>
            <a:xfrm rot="0">
              <a:off x="372747" y="1479601"/>
              <a:ext cx="672511" cy="270663"/>
              <a:chOff x="0" y="0"/>
              <a:chExt cx="736600" cy="29645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36600" cy="296457"/>
              </a:xfrm>
              <a:custGeom>
                <a:avLst/>
                <a:gdLst/>
                <a:ahLst/>
                <a:cxnLst/>
                <a:rect r="r" b="b" t="t" l="l"/>
                <a:pathLst>
                  <a:path h="296457" w="736600">
                    <a:moveTo>
                      <a:pt x="736600" y="0"/>
                    </a:moveTo>
                    <a:lnTo>
                      <a:pt x="736600" y="296457"/>
                    </a:lnTo>
                    <a:lnTo>
                      <a:pt x="368300" y="169457"/>
                    </a:lnTo>
                    <a:lnTo>
                      <a:pt x="0" y="296457"/>
                    </a:lnTo>
                    <a:lnTo>
                      <a:pt x="0" y="0"/>
                    </a:lnTo>
                    <a:lnTo>
                      <a:pt x="736600" y="0"/>
                    </a:lnTo>
                    <a:close/>
                  </a:path>
                </a:pathLst>
              </a:custGeom>
              <a:solidFill>
                <a:srgbClr val="161316"/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28575"/>
                <a:ext cx="736600" cy="1408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1564719"/>
              <a:ext cx="1418005" cy="1418005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1316"/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>
              <a:off x="765100" y="893259"/>
              <a:ext cx="364010" cy="577096"/>
            </a:xfrm>
            <a:custGeom>
              <a:avLst/>
              <a:gdLst/>
              <a:ahLst/>
              <a:cxnLst/>
              <a:rect r="r" b="b" t="t" l="l"/>
              <a:pathLst>
                <a:path h="577096" w="364010">
                  <a:moveTo>
                    <a:pt x="5360" y="577096"/>
                  </a:moveTo>
                  <a:quadBezTo>
                    <a:pt x="-44169" y="297319"/>
                    <a:pt x="364010" y="0"/>
                  </a:quadBezTo>
                </a:path>
              </a:pathLst>
            </a:custGeom>
            <a:ln cap="flat" w="17506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1207238">
              <a:off x="834276" y="89250"/>
              <a:ext cx="669180" cy="847063"/>
            </a:xfrm>
            <a:custGeom>
              <a:avLst/>
              <a:gdLst/>
              <a:ahLst/>
              <a:cxnLst/>
              <a:rect r="r" b="b" t="t" l="l"/>
              <a:pathLst>
                <a:path h="847063" w="669180">
                  <a:moveTo>
                    <a:pt x="0" y="0"/>
                  </a:moveTo>
                  <a:lnTo>
                    <a:pt x="669180" y="0"/>
                  </a:lnTo>
                  <a:lnTo>
                    <a:pt x="669180" y="847063"/>
                  </a:lnTo>
                  <a:lnTo>
                    <a:pt x="0" y="847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079840" y="1924929"/>
            <a:ext cx="7750692" cy="7462036"/>
            <a:chOff x="0" y="0"/>
            <a:chExt cx="1861673" cy="17923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61673" cy="1792340"/>
            </a:xfrm>
            <a:custGeom>
              <a:avLst/>
              <a:gdLst/>
              <a:ahLst/>
              <a:cxnLst/>
              <a:rect r="r" b="b" t="t" l="l"/>
              <a:pathLst>
                <a:path h="1792340" w="1861673">
                  <a:moveTo>
                    <a:pt x="1701653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632320"/>
                  </a:lnTo>
                  <a:lnTo>
                    <a:pt x="160020" y="1792340"/>
                  </a:lnTo>
                  <a:lnTo>
                    <a:pt x="1701653" y="1792340"/>
                  </a:lnTo>
                  <a:lnTo>
                    <a:pt x="1861673" y="1632320"/>
                  </a:lnTo>
                  <a:lnTo>
                    <a:pt x="1861673" y="160020"/>
                  </a:lnTo>
                  <a:lnTo>
                    <a:pt x="1701653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63500" y="63500"/>
              <a:ext cx="1734673" cy="1665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743711" y="1790627"/>
            <a:ext cx="1374886" cy="1895874"/>
            <a:chOff x="0" y="0"/>
            <a:chExt cx="1833181" cy="25278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1007265"/>
              <a:ext cx="1528208" cy="1520566"/>
            </a:xfrm>
            <a:custGeom>
              <a:avLst/>
              <a:gdLst/>
              <a:ahLst/>
              <a:cxnLst/>
              <a:rect r="r" b="b" t="t" l="l"/>
              <a:pathLst>
                <a:path h="1520566" w="1528208">
                  <a:moveTo>
                    <a:pt x="0" y="0"/>
                  </a:moveTo>
                  <a:lnTo>
                    <a:pt x="1528208" y="0"/>
                  </a:lnTo>
                  <a:lnTo>
                    <a:pt x="1528208" y="1520567"/>
                  </a:lnTo>
                  <a:lnTo>
                    <a:pt x="0" y="1520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-6738098">
              <a:off x="188225" y="244518"/>
              <a:ext cx="1456731" cy="1383894"/>
            </a:xfrm>
            <a:custGeom>
              <a:avLst/>
              <a:gdLst/>
              <a:ahLst/>
              <a:cxnLst/>
              <a:rect r="r" b="b" t="t" l="l"/>
              <a:pathLst>
                <a:path h="1383894" w="1456731">
                  <a:moveTo>
                    <a:pt x="0" y="0"/>
                  </a:moveTo>
                  <a:lnTo>
                    <a:pt x="1456731" y="0"/>
                  </a:lnTo>
                  <a:lnTo>
                    <a:pt x="1456731" y="1383894"/>
                  </a:lnTo>
                  <a:lnTo>
                    <a:pt x="0" y="1383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474204" y="2216377"/>
            <a:ext cx="6961964" cy="651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 spc="263">
                <a:solidFill>
                  <a:srgbClr val="00BF63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ZERO DAY:</a:t>
            </a:r>
          </a:p>
          <a:p>
            <a:pPr algn="ctr">
              <a:lnSpc>
                <a:spcPts val="2379"/>
              </a:lnSpc>
            </a:pPr>
          </a:p>
          <a:p>
            <a:pPr algn="ctr">
              <a:lnSpc>
                <a:spcPts val="2379"/>
              </a:lnSpc>
            </a:pPr>
          </a:p>
          <a:p>
            <a:pPr algn="l">
              <a:lnSpc>
                <a:spcPts val="2379"/>
              </a:lnSpc>
            </a:pPr>
            <a:r>
              <a:rPr lang="en-US" sz="1699" spc="263" b="true">
                <a:solidFill>
                  <a:srgbClr val="D5D5D5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N</a:t>
            </a:r>
            <a:r>
              <a:rPr lang="en-US" sz="1699" spc="263" b="true">
                <a:solidFill>
                  <a:srgbClr val="D5D5D5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 vida real:</a:t>
            </a:r>
          </a:p>
          <a:p>
            <a:pPr algn="l">
              <a:lnSpc>
                <a:spcPts val="2379"/>
              </a:lnSpc>
            </a:pPr>
          </a:p>
          <a:p>
            <a:pPr algn="l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sz="1699" spc="26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Uma falha de segurança em um software/hardware que é desconhecida pelo fabricante.</a:t>
            </a:r>
          </a:p>
          <a:p>
            <a:pPr algn="l">
              <a:lnSpc>
                <a:spcPts val="2379"/>
              </a:lnSpc>
            </a:pPr>
          </a:p>
          <a:p>
            <a:pPr algn="l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sz="1699" spc="26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 termo significa que os desenvolvedores têm zero dias para resolver o problema.</a:t>
            </a:r>
          </a:p>
          <a:p>
            <a:pPr algn="l">
              <a:lnSpc>
                <a:spcPts val="2379"/>
              </a:lnSpc>
            </a:pPr>
          </a:p>
          <a:p>
            <a:pPr algn="l">
              <a:lnSpc>
                <a:spcPts val="2379"/>
              </a:lnSpc>
            </a:pPr>
            <a:r>
              <a:rPr lang="en-US" sz="1699" spc="263" b="true">
                <a:solidFill>
                  <a:srgbClr val="D5D5D5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No jogo:</a:t>
            </a:r>
          </a:p>
          <a:p>
            <a:pPr algn="l">
              <a:lnSpc>
                <a:spcPts val="2379"/>
              </a:lnSpc>
            </a:pPr>
          </a:p>
          <a:p>
            <a:pPr algn="l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b="true" sz="1699" spc="263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Final bom:</a:t>
            </a:r>
            <a:r>
              <a:rPr lang="en-US" sz="1699" spc="26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3 puzzles devem ser finalizados dentro do tempo sem torres destruídas. </a:t>
            </a:r>
          </a:p>
          <a:p>
            <a:pPr algn="l">
              <a:lnSpc>
                <a:spcPts val="2379"/>
              </a:lnSpc>
            </a:pPr>
          </a:p>
          <a:p>
            <a:pPr algn="l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b="true" sz="1699" spc="263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Final incerto:</a:t>
            </a:r>
            <a:r>
              <a:rPr lang="en-US" sz="1699" spc="26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Uma ou mais torres tenham sido destruídas.</a:t>
            </a:r>
          </a:p>
          <a:p>
            <a:pPr algn="l">
              <a:lnSpc>
                <a:spcPts val="2379"/>
              </a:lnSpc>
            </a:pPr>
          </a:p>
          <a:p>
            <a:pPr algn="l" marL="367029" indent="-183514" lvl="1">
              <a:lnSpc>
                <a:spcPts val="2379"/>
              </a:lnSpc>
              <a:buFont typeface="Arial"/>
              <a:buChar char="•"/>
            </a:pPr>
            <a:r>
              <a:rPr lang="en-US" b="true" sz="1699" spc="263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Final Ruim:</a:t>
            </a:r>
            <a:r>
              <a:rPr lang="en-US" sz="1699" spc="26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Caso os puzzles não sejam concluídos.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13432" y="1580125"/>
            <a:ext cx="1521172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279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MINI BOSS: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69540" y="1580125"/>
            <a:ext cx="1617018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279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BOSS: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078522" y="687387"/>
            <a:ext cx="7427695" cy="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8240" spc="-181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INIMIGOS BOSS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-10800000">
            <a:off x="-347178" y="6739438"/>
            <a:ext cx="4022015" cy="3700253"/>
          </a:xfrm>
          <a:custGeom>
            <a:avLst/>
            <a:gdLst/>
            <a:ahLst/>
            <a:cxnLst/>
            <a:rect r="r" b="b" t="t" l="l"/>
            <a:pathLst>
              <a:path h="3700253" w="4022015">
                <a:moveTo>
                  <a:pt x="0" y="0"/>
                </a:moveTo>
                <a:lnTo>
                  <a:pt x="4022014" y="0"/>
                </a:lnTo>
                <a:lnTo>
                  <a:pt x="4022014" y="3700254"/>
                </a:lnTo>
                <a:lnTo>
                  <a:pt x="0" y="37002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15170727" y="102921"/>
            <a:ext cx="6234545" cy="4114800"/>
          </a:xfrm>
          <a:custGeom>
            <a:avLst/>
            <a:gdLst/>
            <a:ahLst/>
            <a:cxnLst/>
            <a:rect r="r" b="b" t="t" l="l"/>
            <a:pathLst>
              <a:path h="4114800" w="6234545">
                <a:moveTo>
                  <a:pt x="6234546" y="0"/>
                </a:moveTo>
                <a:lnTo>
                  <a:pt x="0" y="0"/>
                </a:lnTo>
                <a:lnTo>
                  <a:pt x="0" y="4114800"/>
                </a:lnTo>
                <a:lnTo>
                  <a:pt x="6234546" y="4114800"/>
                </a:lnTo>
                <a:lnTo>
                  <a:pt x="623454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51813" y="2500662"/>
            <a:ext cx="3517871" cy="2561933"/>
          </a:xfrm>
          <a:custGeom>
            <a:avLst/>
            <a:gdLst/>
            <a:ahLst/>
            <a:cxnLst/>
            <a:rect r="r" b="b" t="t" l="l"/>
            <a:pathLst>
              <a:path h="2561933" w="3517871">
                <a:moveTo>
                  <a:pt x="0" y="0"/>
                </a:moveTo>
                <a:lnTo>
                  <a:pt x="3517871" y="0"/>
                </a:lnTo>
                <a:lnTo>
                  <a:pt x="3517871" y="2561932"/>
                </a:lnTo>
                <a:lnTo>
                  <a:pt x="0" y="2561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t="0" r="-138" b="-2254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58411" y="4151688"/>
            <a:ext cx="2866486" cy="2770577"/>
            <a:chOff x="0" y="0"/>
            <a:chExt cx="840937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0937" cy="812800"/>
            </a:xfrm>
            <a:custGeom>
              <a:avLst/>
              <a:gdLst/>
              <a:ahLst/>
              <a:cxnLst/>
              <a:rect r="r" b="b" t="t" l="l"/>
              <a:pathLst>
                <a:path h="812800" w="840937">
                  <a:moveTo>
                    <a:pt x="420468" y="0"/>
                  </a:moveTo>
                  <a:lnTo>
                    <a:pt x="840937" y="310462"/>
                  </a:lnTo>
                  <a:lnTo>
                    <a:pt x="680332" y="812800"/>
                  </a:lnTo>
                  <a:lnTo>
                    <a:pt x="160604" y="812800"/>
                  </a:lnTo>
                  <a:lnTo>
                    <a:pt x="0" y="310462"/>
                  </a:lnTo>
                  <a:lnTo>
                    <a:pt x="420468" y="0"/>
                  </a:lnTo>
                  <a:close/>
                </a:path>
              </a:pathLst>
            </a:custGeom>
            <a:solidFill>
              <a:srgbClr val="040E1A"/>
            </a:solidFill>
            <a:ln w="38100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31396" y="231775"/>
              <a:ext cx="578144" cy="530225"/>
            </a:xfrm>
            <a:prstGeom prst="rect">
              <a:avLst/>
            </a:prstGeom>
          </p:spPr>
          <p:txBody>
            <a:bodyPr anchor="ctr" rtlCol="false" tIns="20515" lIns="20515" bIns="20515" rIns="20515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57313" y="5143500"/>
            <a:ext cx="1700732" cy="681834"/>
            <a:chOff x="0" y="0"/>
            <a:chExt cx="2267642" cy="90911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09112" cy="909112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1316"/>
              </a:solidFill>
              <a:ln w="38100" cap="sq">
                <a:solidFill>
                  <a:srgbClr val="737373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358531" y="0"/>
              <a:ext cx="909112" cy="909112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1316"/>
              </a:solidFill>
              <a:ln w="38100" cap="sq">
                <a:solidFill>
                  <a:srgbClr val="737373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1760355" y="5825334"/>
            <a:ext cx="6294648" cy="2073933"/>
            <a:chOff x="0" y="0"/>
            <a:chExt cx="8392864" cy="2765244"/>
          </a:xfrm>
        </p:grpSpPr>
        <p:grpSp>
          <p:nvGrpSpPr>
            <p:cNvPr name="Group 14" id="14"/>
            <p:cNvGrpSpPr/>
            <p:nvPr/>
          </p:nvGrpSpPr>
          <p:grpSpPr>
            <a:xfrm rot="9679329">
              <a:off x="6105346" y="689283"/>
              <a:ext cx="542433" cy="1240034"/>
              <a:chOff x="0" y="0"/>
              <a:chExt cx="355547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5554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5547">
                    <a:moveTo>
                      <a:pt x="177773" y="0"/>
                    </a:moveTo>
                    <a:cubicBezTo>
                      <a:pt x="79592" y="0"/>
                      <a:pt x="0" y="181951"/>
                      <a:pt x="0" y="406400"/>
                    </a:cubicBezTo>
                    <a:cubicBezTo>
                      <a:pt x="0" y="630849"/>
                      <a:pt x="79592" y="812800"/>
                      <a:pt x="177773" y="812800"/>
                    </a:cubicBezTo>
                    <a:cubicBezTo>
                      <a:pt x="275955" y="812800"/>
                      <a:pt x="355547" y="630849"/>
                      <a:pt x="355547" y="406400"/>
                    </a:cubicBezTo>
                    <a:cubicBezTo>
                      <a:pt x="355547" y="181951"/>
                      <a:pt x="275955" y="0"/>
                      <a:pt x="177773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737373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33332" y="104775"/>
                <a:ext cx="288882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-10306808">
              <a:off x="6852716" y="239147"/>
              <a:ext cx="549860" cy="1240034"/>
              <a:chOff x="0" y="0"/>
              <a:chExt cx="360415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6041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60415">
                    <a:moveTo>
                      <a:pt x="180207" y="0"/>
                    </a:moveTo>
                    <a:cubicBezTo>
                      <a:pt x="80682" y="0"/>
                      <a:pt x="0" y="181951"/>
                      <a:pt x="0" y="406400"/>
                    </a:cubicBezTo>
                    <a:cubicBezTo>
                      <a:pt x="0" y="630849"/>
                      <a:pt x="80682" y="812800"/>
                      <a:pt x="180207" y="812800"/>
                    </a:cubicBezTo>
                    <a:cubicBezTo>
                      <a:pt x="279733" y="812800"/>
                      <a:pt x="360415" y="630849"/>
                      <a:pt x="360415" y="406400"/>
                    </a:cubicBezTo>
                    <a:cubicBezTo>
                      <a:pt x="360415" y="181951"/>
                      <a:pt x="279733" y="0"/>
                      <a:pt x="180207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737373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33789" y="104775"/>
                <a:ext cx="292837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-9979584">
              <a:off x="7312675" y="296238"/>
              <a:ext cx="546069" cy="1240034"/>
              <a:chOff x="0" y="0"/>
              <a:chExt cx="357929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5792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7929">
                    <a:moveTo>
                      <a:pt x="178965" y="0"/>
                    </a:moveTo>
                    <a:cubicBezTo>
                      <a:pt x="80125" y="0"/>
                      <a:pt x="0" y="181951"/>
                      <a:pt x="0" y="406400"/>
                    </a:cubicBezTo>
                    <a:cubicBezTo>
                      <a:pt x="0" y="630849"/>
                      <a:pt x="80125" y="812800"/>
                      <a:pt x="178965" y="812800"/>
                    </a:cubicBezTo>
                    <a:cubicBezTo>
                      <a:pt x="277804" y="812800"/>
                      <a:pt x="357929" y="630849"/>
                      <a:pt x="357929" y="406400"/>
                    </a:cubicBezTo>
                    <a:cubicBezTo>
                      <a:pt x="357929" y="181951"/>
                      <a:pt x="277804" y="0"/>
                      <a:pt x="178965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737373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33556" y="104775"/>
                <a:ext cx="290818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-10034208">
              <a:off x="7715931" y="392479"/>
              <a:ext cx="546712" cy="1240034"/>
              <a:chOff x="0" y="0"/>
              <a:chExt cx="358351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5835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8351">
                    <a:moveTo>
                      <a:pt x="179176" y="0"/>
                    </a:moveTo>
                    <a:cubicBezTo>
                      <a:pt x="80220" y="0"/>
                      <a:pt x="0" y="181951"/>
                      <a:pt x="0" y="406400"/>
                    </a:cubicBezTo>
                    <a:cubicBezTo>
                      <a:pt x="0" y="630849"/>
                      <a:pt x="80220" y="812800"/>
                      <a:pt x="179176" y="812800"/>
                    </a:cubicBezTo>
                    <a:cubicBezTo>
                      <a:pt x="278131" y="812800"/>
                      <a:pt x="358351" y="630849"/>
                      <a:pt x="358351" y="406400"/>
                    </a:cubicBezTo>
                    <a:cubicBezTo>
                      <a:pt x="358351" y="181951"/>
                      <a:pt x="278131" y="0"/>
                      <a:pt x="179176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737373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33595" y="104775"/>
                <a:ext cx="291160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-4349107">
              <a:off x="6614437" y="1045220"/>
              <a:ext cx="1423329" cy="1600908"/>
              <a:chOff x="0" y="0"/>
              <a:chExt cx="694259" cy="78087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94259" cy="780877"/>
              </a:xfrm>
              <a:custGeom>
                <a:avLst/>
                <a:gdLst/>
                <a:ahLst/>
                <a:cxnLst/>
                <a:rect r="r" b="b" t="t" l="l"/>
                <a:pathLst>
                  <a:path h="780877" w="694259">
                    <a:moveTo>
                      <a:pt x="347130" y="0"/>
                    </a:moveTo>
                    <a:cubicBezTo>
                      <a:pt x="155415" y="0"/>
                      <a:pt x="0" y="174805"/>
                      <a:pt x="0" y="390438"/>
                    </a:cubicBezTo>
                    <a:cubicBezTo>
                      <a:pt x="0" y="606072"/>
                      <a:pt x="155415" y="780877"/>
                      <a:pt x="347130" y="780877"/>
                    </a:cubicBezTo>
                    <a:cubicBezTo>
                      <a:pt x="538844" y="780877"/>
                      <a:pt x="694259" y="606072"/>
                      <a:pt x="694259" y="390438"/>
                    </a:cubicBezTo>
                    <a:cubicBezTo>
                      <a:pt x="694259" y="174805"/>
                      <a:pt x="538844" y="0"/>
                      <a:pt x="347130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737373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65087" y="101782"/>
                <a:ext cx="564085" cy="605888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-9631372">
              <a:off x="1885235" y="602860"/>
              <a:ext cx="541834" cy="1240034"/>
              <a:chOff x="0" y="0"/>
              <a:chExt cx="355154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55154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5154">
                    <a:moveTo>
                      <a:pt x="177577" y="0"/>
                    </a:moveTo>
                    <a:cubicBezTo>
                      <a:pt x="79504" y="0"/>
                      <a:pt x="0" y="181951"/>
                      <a:pt x="0" y="406400"/>
                    </a:cubicBezTo>
                    <a:cubicBezTo>
                      <a:pt x="0" y="630849"/>
                      <a:pt x="79504" y="812800"/>
                      <a:pt x="177577" y="812800"/>
                    </a:cubicBezTo>
                    <a:cubicBezTo>
                      <a:pt x="275650" y="812800"/>
                      <a:pt x="355154" y="630849"/>
                      <a:pt x="355154" y="406400"/>
                    </a:cubicBezTo>
                    <a:cubicBezTo>
                      <a:pt x="355154" y="181951"/>
                      <a:pt x="275650" y="0"/>
                      <a:pt x="177577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737373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33296" y="104775"/>
                <a:ext cx="288563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9712493">
              <a:off x="953085" y="53672"/>
              <a:ext cx="542844" cy="1240034"/>
              <a:chOff x="0" y="0"/>
              <a:chExt cx="355816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35581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5816">
                    <a:moveTo>
                      <a:pt x="177908" y="0"/>
                    </a:moveTo>
                    <a:cubicBezTo>
                      <a:pt x="79652" y="0"/>
                      <a:pt x="0" y="181951"/>
                      <a:pt x="0" y="406400"/>
                    </a:cubicBezTo>
                    <a:cubicBezTo>
                      <a:pt x="0" y="630849"/>
                      <a:pt x="79652" y="812800"/>
                      <a:pt x="177908" y="812800"/>
                    </a:cubicBezTo>
                    <a:cubicBezTo>
                      <a:pt x="276164" y="812800"/>
                      <a:pt x="355816" y="630849"/>
                      <a:pt x="355816" y="406400"/>
                    </a:cubicBezTo>
                    <a:cubicBezTo>
                      <a:pt x="355816" y="181951"/>
                      <a:pt x="276164" y="0"/>
                      <a:pt x="177908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737373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33358" y="104775"/>
                <a:ext cx="289101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9801791">
              <a:off x="612054" y="181642"/>
              <a:ext cx="543939" cy="1240034"/>
              <a:chOff x="0" y="0"/>
              <a:chExt cx="356533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35653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6533">
                    <a:moveTo>
                      <a:pt x="178267" y="0"/>
                    </a:moveTo>
                    <a:cubicBezTo>
                      <a:pt x="79813" y="0"/>
                      <a:pt x="0" y="181951"/>
                      <a:pt x="0" y="406400"/>
                    </a:cubicBezTo>
                    <a:cubicBezTo>
                      <a:pt x="0" y="630849"/>
                      <a:pt x="79813" y="812800"/>
                      <a:pt x="178267" y="812800"/>
                    </a:cubicBezTo>
                    <a:cubicBezTo>
                      <a:pt x="276721" y="812800"/>
                      <a:pt x="356533" y="630849"/>
                      <a:pt x="356533" y="406400"/>
                    </a:cubicBezTo>
                    <a:cubicBezTo>
                      <a:pt x="356533" y="181951"/>
                      <a:pt x="276721" y="0"/>
                      <a:pt x="178267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737373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33425" y="104775"/>
                <a:ext cx="289683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9747167">
              <a:off x="174290" y="371153"/>
              <a:ext cx="543271" cy="1240034"/>
              <a:chOff x="0" y="0"/>
              <a:chExt cx="356096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35609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56096">
                    <a:moveTo>
                      <a:pt x="178048" y="0"/>
                    </a:moveTo>
                    <a:cubicBezTo>
                      <a:pt x="79715" y="0"/>
                      <a:pt x="0" y="181951"/>
                      <a:pt x="0" y="406400"/>
                    </a:cubicBezTo>
                    <a:cubicBezTo>
                      <a:pt x="0" y="630849"/>
                      <a:pt x="79715" y="812800"/>
                      <a:pt x="178048" y="812800"/>
                    </a:cubicBezTo>
                    <a:cubicBezTo>
                      <a:pt x="276381" y="812800"/>
                      <a:pt x="356096" y="630849"/>
                      <a:pt x="356096" y="406400"/>
                    </a:cubicBezTo>
                    <a:cubicBezTo>
                      <a:pt x="356096" y="181951"/>
                      <a:pt x="276381" y="0"/>
                      <a:pt x="178048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737373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33384" y="104775"/>
                <a:ext cx="289328" cy="631825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-6109852">
              <a:off x="512843" y="909864"/>
              <a:ext cx="1423329" cy="1605581"/>
              <a:chOff x="0" y="0"/>
              <a:chExt cx="694259" cy="783156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694259" cy="783156"/>
              </a:xfrm>
              <a:custGeom>
                <a:avLst/>
                <a:gdLst/>
                <a:ahLst/>
                <a:cxnLst/>
                <a:rect r="r" b="b" t="t" l="l"/>
                <a:pathLst>
                  <a:path h="783156" w="694259">
                    <a:moveTo>
                      <a:pt x="347130" y="0"/>
                    </a:moveTo>
                    <a:cubicBezTo>
                      <a:pt x="155415" y="0"/>
                      <a:pt x="0" y="175315"/>
                      <a:pt x="0" y="391578"/>
                    </a:cubicBezTo>
                    <a:cubicBezTo>
                      <a:pt x="0" y="607841"/>
                      <a:pt x="155415" y="783156"/>
                      <a:pt x="347130" y="783156"/>
                    </a:cubicBezTo>
                    <a:cubicBezTo>
                      <a:pt x="538844" y="783156"/>
                      <a:pt x="694259" y="607841"/>
                      <a:pt x="694259" y="391578"/>
                    </a:cubicBezTo>
                    <a:cubicBezTo>
                      <a:pt x="694259" y="175315"/>
                      <a:pt x="538844" y="0"/>
                      <a:pt x="347130" y="0"/>
                    </a:cubicBezTo>
                    <a:close/>
                  </a:path>
                </a:pathLst>
              </a:custGeom>
              <a:solidFill>
                <a:srgbClr val="040E1A"/>
              </a:solidFill>
              <a:ln w="38100" cap="sq">
                <a:solidFill>
                  <a:srgbClr val="737373"/>
                </a:solidFill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65087" y="101996"/>
                <a:ext cx="564085" cy="607739"/>
              </a:xfrm>
              <a:prstGeom prst="rect">
                <a:avLst/>
              </a:prstGeom>
            </p:spPr>
            <p:txBody>
              <a:bodyPr anchor="ctr" rtlCol="false" tIns="55642" lIns="55642" bIns="55642" rIns="55642"/>
              <a:lstStyle/>
              <a:p>
                <a:pPr algn="ctr">
                  <a:lnSpc>
                    <a:spcPts val="1782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0">
            <a:off x="2755177" y="6998465"/>
            <a:ext cx="4272954" cy="1516600"/>
            <a:chOff x="0" y="0"/>
            <a:chExt cx="5697272" cy="2022134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0" y="731858"/>
              <a:ext cx="5697272" cy="1290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52"/>
                </a:lnSpc>
              </a:pPr>
              <a:r>
                <a:rPr lang="en-US" sz="6726" spc="-147">
                  <a:solidFill>
                    <a:srgbClr val="1CC9F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EXPLOSÃO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359082" y="57150"/>
              <a:ext cx="4979107" cy="90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81"/>
                </a:lnSpc>
              </a:pPr>
              <a:r>
                <a:rPr lang="en-US" sz="4806" spc="480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ABSOLUTE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9816298" y="7402403"/>
            <a:ext cx="396418" cy="396418"/>
          </a:xfrm>
          <a:custGeom>
            <a:avLst/>
            <a:gdLst/>
            <a:ahLst/>
            <a:cxnLst/>
            <a:rect r="r" b="b" t="t" l="l"/>
            <a:pathLst>
              <a:path h="396418" w="396418">
                <a:moveTo>
                  <a:pt x="0" y="0"/>
                </a:moveTo>
                <a:lnTo>
                  <a:pt x="396418" y="0"/>
                </a:lnTo>
                <a:lnTo>
                  <a:pt x="396418" y="396418"/>
                </a:lnTo>
                <a:lnTo>
                  <a:pt x="0" y="396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48" id="48"/>
          <p:cNvSpPr/>
          <p:nvPr/>
        </p:nvSpPr>
        <p:spPr>
          <a:xfrm>
            <a:off x="9067701" y="3576620"/>
            <a:ext cx="0" cy="4845931"/>
          </a:xfrm>
          <a:prstGeom prst="line">
            <a:avLst/>
          </a:prstGeom>
          <a:ln cap="flat" w="9525">
            <a:solidFill>
              <a:srgbClr val="1CC9F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9" id="49"/>
          <p:cNvGrpSpPr/>
          <p:nvPr/>
        </p:nvGrpSpPr>
        <p:grpSpPr>
          <a:xfrm rot="0">
            <a:off x="1571703" y="3635181"/>
            <a:ext cx="6919303" cy="4845935"/>
            <a:chOff x="0" y="0"/>
            <a:chExt cx="1661979" cy="116396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661979" cy="1163967"/>
            </a:xfrm>
            <a:custGeom>
              <a:avLst/>
              <a:gdLst/>
              <a:ahLst/>
              <a:cxnLst/>
              <a:rect r="r" b="b" t="t" l="l"/>
              <a:pathLst>
                <a:path h="1163967" w="1661979">
                  <a:moveTo>
                    <a:pt x="150195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003947"/>
                  </a:lnTo>
                  <a:lnTo>
                    <a:pt x="160020" y="1163967"/>
                  </a:lnTo>
                  <a:lnTo>
                    <a:pt x="1501959" y="1163967"/>
                  </a:lnTo>
                  <a:lnTo>
                    <a:pt x="1661979" y="1003947"/>
                  </a:lnTo>
                  <a:lnTo>
                    <a:pt x="1661979" y="160020"/>
                  </a:lnTo>
                  <a:lnTo>
                    <a:pt x="1501959" y="0"/>
                  </a:lnTo>
                  <a:close/>
                </a:path>
              </a:pathLst>
            </a:custGeom>
            <a:ln w="9525" cap="sq">
              <a:solidFill>
                <a:srgbClr val="1CC9F1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63500" y="63500"/>
              <a:ext cx="1534979" cy="1036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773142" y="4883121"/>
            <a:ext cx="4378899" cy="132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8"/>
              </a:lnSpc>
            </a:pPr>
            <a:r>
              <a:rPr lang="en-US" sz="4806" spc="48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LEVELWORKS</a:t>
            </a:r>
          </a:p>
          <a:p>
            <a:pPr algn="l">
              <a:lnSpc>
                <a:spcPts val="4758"/>
              </a:lnSpc>
            </a:pPr>
            <a:r>
              <a:rPr lang="en-US" sz="4806" spc="48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ENTERPRISE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407490" y="7531740"/>
            <a:ext cx="3080300" cy="267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82"/>
              </a:lnSpc>
              <a:spcBef>
                <a:spcPct val="0"/>
              </a:spcBef>
            </a:pPr>
            <a:r>
              <a:rPr lang="en-US" sz="1800" spc="18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TIME02JM@GMAIL.COM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4635567" y="3635181"/>
            <a:ext cx="791575" cy="58561"/>
            <a:chOff x="0" y="0"/>
            <a:chExt cx="208481" cy="1542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8481" cy="15423"/>
            </a:xfrm>
            <a:custGeom>
              <a:avLst/>
              <a:gdLst/>
              <a:ahLst/>
              <a:cxnLst/>
              <a:rect r="r" b="b" t="t" l="l"/>
              <a:pathLst>
                <a:path h="15423" w="208481">
                  <a:moveTo>
                    <a:pt x="0" y="0"/>
                  </a:moveTo>
                  <a:lnTo>
                    <a:pt x="208481" y="0"/>
                  </a:lnTo>
                  <a:lnTo>
                    <a:pt x="208481" y="15423"/>
                  </a:lnTo>
                  <a:lnTo>
                    <a:pt x="0" y="15423"/>
                  </a:lnTo>
                  <a:close/>
                </a:path>
              </a:pathLst>
            </a:custGeom>
            <a:solidFill>
              <a:srgbClr val="1CC9F1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08481" cy="15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2"/>
                </a:lnSpc>
              </a:pPr>
            </a:p>
          </p:txBody>
        </p:sp>
      </p:grpSp>
      <p:sp>
        <p:nvSpPr>
          <p:cNvPr name="Freeform 57" id="57"/>
          <p:cNvSpPr/>
          <p:nvPr/>
        </p:nvSpPr>
        <p:spPr>
          <a:xfrm flipH="false" flipV="true" rot="0">
            <a:off x="16878175" y="1268912"/>
            <a:ext cx="381125" cy="381125"/>
          </a:xfrm>
          <a:custGeom>
            <a:avLst/>
            <a:gdLst/>
            <a:ahLst/>
            <a:cxnLst/>
            <a:rect r="r" b="b" t="t" l="l"/>
            <a:pathLst>
              <a:path h="381125" w="381125">
                <a:moveTo>
                  <a:pt x="0" y="381125"/>
                </a:moveTo>
                <a:lnTo>
                  <a:pt x="381125" y="381125"/>
                </a:lnTo>
                <a:lnTo>
                  <a:pt x="381125" y="0"/>
                </a:lnTo>
                <a:lnTo>
                  <a:pt x="0" y="0"/>
                </a:lnTo>
                <a:lnTo>
                  <a:pt x="0" y="38112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3194686" y="1234151"/>
            <a:ext cx="11746029" cy="180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3"/>
              </a:lnSpc>
            </a:pPr>
            <a:r>
              <a:rPr lang="en-US" sz="15587" spc="-342">
                <a:solidFill>
                  <a:srgbClr val="1CC9F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OBRIGADO! 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DAHU40k8iR8</dc:identifier>
  <dcterms:modified xsi:type="dcterms:W3CDTF">2011-08-01T06:04:30Z</dcterms:modified>
  <cp:revision>1</cp:revision>
  <dc:title>Sprint Review - Arte e Modelagem</dc:title>
</cp:coreProperties>
</file>